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7" r:id="rId1"/>
  </p:sldMasterIdLst>
  <p:notesMasterIdLst>
    <p:notesMasterId r:id="rId31"/>
  </p:notesMasterIdLst>
  <p:sldIdLst>
    <p:sldId id="256" r:id="rId2"/>
    <p:sldId id="257" r:id="rId3"/>
    <p:sldId id="260" r:id="rId4"/>
    <p:sldId id="261" r:id="rId5"/>
    <p:sldId id="286" r:id="rId6"/>
    <p:sldId id="262" r:id="rId7"/>
    <p:sldId id="263" r:id="rId8"/>
    <p:sldId id="264" r:id="rId9"/>
    <p:sldId id="265" r:id="rId10"/>
    <p:sldId id="266" r:id="rId11"/>
    <p:sldId id="287" r:id="rId12"/>
    <p:sldId id="288" r:id="rId13"/>
    <p:sldId id="289" r:id="rId14"/>
    <p:sldId id="271" r:id="rId15"/>
    <p:sldId id="290" r:id="rId16"/>
    <p:sldId id="273" r:id="rId17"/>
    <p:sldId id="274" r:id="rId18"/>
    <p:sldId id="275" r:id="rId19"/>
    <p:sldId id="276" r:id="rId20"/>
    <p:sldId id="277" r:id="rId21"/>
    <p:sldId id="291" r:id="rId22"/>
    <p:sldId id="278" r:id="rId23"/>
    <p:sldId id="292" r:id="rId24"/>
    <p:sldId id="293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DDF8"/>
    <a:srgbClr val="009639"/>
    <a:srgbClr val="00D657"/>
    <a:srgbClr val="00A840"/>
    <a:srgbClr val="71FF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89A60B-160B-4996-A3AB-F59F95DA38B9}" v="26" dt="2026-09-29T22:28:56.3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09" autoAdjust="0"/>
    <p:restoredTop sz="96301" autoAdjust="0"/>
  </p:normalViewPr>
  <p:slideViewPr>
    <p:cSldViewPr>
      <p:cViewPr varScale="1">
        <p:scale>
          <a:sx n="100" d="100"/>
          <a:sy n="100" d="100"/>
        </p:scale>
        <p:origin x="48" y="276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on Thakur" userId="a867ebe2-df71-45de-bd76-0e0838cc4be1" providerId="ADAL" clId="{A993F011-7DDF-4356-B6E9-E80EF479E2C5}"/>
    <pc:docChg chg="undo redo custSel addSld delSld modSld">
      <pc:chgData name="Himon Thakur" userId="a867ebe2-df71-45de-bd76-0e0838cc4be1" providerId="ADAL" clId="{A993F011-7DDF-4356-B6E9-E80EF479E2C5}" dt="2026-09-29T22:33:19.146" v="280" actId="22"/>
      <pc:docMkLst>
        <pc:docMk/>
      </pc:docMkLst>
      <pc:sldChg chg="addSp modSp add">
        <pc:chgData name="Himon Thakur" userId="a867ebe2-df71-45de-bd76-0e0838cc4be1" providerId="ADAL" clId="{A993F011-7DDF-4356-B6E9-E80EF479E2C5}" dt="2026-09-29T21:18:38.479" v="3"/>
        <pc:sldMkLst>
          <pc:docMk/>
          <pc:sldMk cId="0" sldId="260"/>
        </pc:sldMkLst>
        <pc:spChg chg="add mod">
          <ac:chgData name="Himon Thakur" userId="a867ebe2-df71-45de-bd76-0e0838cc4be1" providerId="ADAL" clId="{A993F011-7DDF-4356-B6E9-E80EF479E2C5}" dt="2026-09-29T21:18:38.479" v="3"/>
          <ac:spMkLst>
            <pc:docMk/>
            <pc:sldMk cId="0" sldId="260"/>
            <ac:spMk id="7" creationId="{FAF9B43B-E6C0-D1A6-BE2B-05351468FA08}"/>
          </ac:spMkLst>
        </pc:spChg>
      </pc:sldChg>
      <pc:sldChg chg="addSp modSp add">
        <pc:chgData name="Himon Thakur" userId="a867ebe2-df71-45de-bd76-0e0838cc4be1" providerId="ADAL" clId="{A993F011-7DDF-4356-B6E9-E80EF479E2C5}" dt="2026-09-29T21:21:18.080" v="5"/>
        <pc:sldMkLst>
          <pc:docMk/>
          <pc:sldMk cId="0" sldId="261"/>
        </pc:sldMkLst>
        <pc:spChg chg="mod">
          <ac:chgData name="Himon Thakur" userId="a867ebe2-df71-45de-bd76-0e0838cc4be1" providerId="ADAL" clId="{A993F011-7DDF-4356-B6E9-E80EF479E2C5}" dt="2026-09-29T21:21:18.080" v="5"/>
          <ac:spMkLst>
            <pc:docMk/>
            <pc:sldMk cId="0" sldId="261"/>
            <ac:spMk id="5" creationId="{00000000-0000-0000-0000-000000000000}"/>
          </ac:spMkLst>
        </pc:spChg>
        <pc:spChg chg="add mod">
          <ac:chgData name="Himon Thakur" userId="a867ebe2-df71-45de-bd76-0e0838cc4be1" providerId="ADAL" clId="{A993F011-7DDF-4356-B6E9-E80EF479E2C5}" dt="2026-09-29T21:20:07.189" v="4"/>
          <ac:spMkLst>
            <pc:docMk/>
            <pc:sldMk cId="0" sldId="261"/>
            <ac:spMk id="9" creationId="{2FC5E608-BD74-428D-FBD7-03EF65BDD731}"/>
          </ac:spMkLst>
        </pc:spChg>
      </pc:sldChg>
      <pc:sldChg chg="addSp modSp add">
        <pc:chgData name="Himon Thakur" userId="a867ebe2-df71-45de-bd76-0e0838cc4be1" providerId="ADAL" clId="{A993F011-7DDF-4356-B6E9-E80EF479E2C5}" dt="2026-09-29T21:23:24.484" v="11"/>
        <pc:sldMkLst>
          <pc:docMk/>
          <pc:sldMk cId="0" sldId="262"/>
        </pc:sldMkLst>
        <pc:spChg chg="add mod">
          <ac:chgData name="Himon Thakur" userId="a867ebe2-df71-45de-bd76-0e0838cc4be1" providerId="ADAL" clId="{A993F011-7DDF-4356-B6E9-E80EF479E2C5}" dt="2026-09-29T21:23:21.084" v="10"/>
          <ac:spMkLst>
            <pc:docMk/>
            <pc:sldMk cId="0" sldId="262"/>
            <ac:spMk id="7" creationId="{A6F1B4F0-D0BA-F516-91FA-E298DC862C21}"/>
          </ac:spMkLst>
        </pc:spChg>
        <pc:spChg chg="add mod">
          <ac:chgData name="Himon Thakur" userId="a867ebe2-df71-45de-bd76-0e0838cc4be1" providerId="ADAL" clId="{A993F011-7DDF-4356-B6E9-E80EF479E2C5}" dt="2026-09-29T21:23:24.484" v="11"/>
          <ac:spMkLst>
            <pc:docMk/>
            <pc:sldMk cId="0" sldId="262"/>
            <ac:spMk id="8" creationId="{B4B4EFE9-A8CC-9296-16CC-602AED6980EC}"/>
          </ac:spMkLst>
        </pc:spChg>
      </pc:sldChg>
      <pc:sldChg chg="addSp modSp add">
        <pc:chgData name="Himon Thakur" userId="a867ebe2-df71-45de-bd76-0e0838cc4be1" providerId="ADAL" clId="{A993F011-7DDF-4356-B6E9-E80EF479E2C5}" dt="2026-09-29T21:24:44.547" v="12"/>
        <pc:sldMkLst>
          <pc:docMk/>
          <pc:sldMk cId="0" sldId="263"/>
        </pc:sldMkLst>
        <pc:spChg chg="add mod">
          <ac:chgData name="Himon Thakur" userId="a867ebe2-df71-45de-bd76-0e0838cc4be1" providerId="ADAL" clId="{A993F011-7DDF-4356-B6E9-E80EF479E2C5}" dt="2026-09-29T21:24:44.547" v="12"/>
          <ac:spMkLst>
            <pc:docMk/>
            <pc:sldMk cId="0" sldId="263"/>
            <ac:spMk id="6" creationId="{F02E2F84-1B12-54E3-A851-D2DAEEB809AC}"/>
          </ac:spMkLst>
        </pc:spChg>
      </pc:sldChg>
      <pc:sldChg chg="add">
        <pc:chgData name="Himon Thakur" userId="a867ebe2-df71-45de-bd76-0e0838cc4be1" providerId="ADAL" clId="{A993F011-7DDF-4356-B6E9-E80EF479E2C5}" dt="2026-09-29T21:15:36.296" v="0"/>
        <pc:sldMkLst>
          <pc:docMk/>
          <pc:sldMk cId="0" sldId="264"/>
        </pc:sldMkLst>
      </pc:sldChg>
      <pc:sldChg chg="addSp modSp add">
        <pc:chgData name="Himon Thakur" userId="a867ebe2-df71-45de-bd76-0e0838cc4be1" providerId="ADAL" clId="{A993F011-7DDF-4356-B6E9-E80EF479E2C5}" dt="2026-09-29T21:50:59.183" v="16" actId="767"/>
        <pc:sldMkLst>
          <pc:docMk/>
          <pc:sldMk cId="0" sldId="265"/>
        </pc:sldMkLst>
        <pc:spChg chg="add mod">
          <ac:chgData name="Himon Thakur" userId="a867ebe2-df71-45de-bd76-0e0838cc4be1" providerId="ADAL" clId="{A993F011-7DDF-4356-B6E9-E80EF479E2C5}" dt="2026-09-29T21:50:09.070" v="13" actId="767"/>
          <ac:spMkLst>
            <pc:docMk/>
            <pc:sldMk cId="0" sldId="265"/>
            <ac:spMk id="16" creationId="{8B05B11F-3FCC-C13C-1C1C-0403B8243070}"/>
          </ac:spMkLst>
        </pc:spChg>
        <pc:spChg chg="add mod">
          <ac:chgData name="Himon Thakur" userId="a867ebe2-df71-45de-bd76-0e0838cc4be1" providerId="ADAL" clId="{A993F011-7DDF-4356-B6E9-E80EF479E2C5}" dt="2026-09-29T21:50:13.196" v="14" actId="767"/>
          <ac:spMkLst>
            <pc:docMk/>
            <pc:sldMk cId="0" sldId="265"/>
            <ac:spMk id="17" creationId="{C75BCA2D-43C8-D29D-FF3B-E57B29110D1E}"/>
          </ac:spMkLst>
        </pc:spChg>
        <pc:spChg chg="add mod">
          <ac:chgData name="Himon Thakur" userId="a867ebe2-df71-45de-bd76-0e0838cc4be1" providerId="ADAL" clId="{A993F011-7DDF-4356-B6E9-E80EF479E2C5}" dt="2026-09-29T21:50:51.188" v="15" actId="767"/>
          <ac:spMkLst>
            <pc:docMk/>
            <pc:sldMk cId="0" sldId="265"/>
            <ac:spMk id="18" creationId="{23E2340E-22F8-B241-588A-6782C21942C5}"/>
          </ac:spMkLst>
        </pc:spChg>
        <pc:spChg chg="add mod">
          <ac:chgData name="Himon Thakur" userId="a867ebe2-df71-45de-bd76-0e0838cc4be1" providerId="ADAL" clId="{A993F011-7DDF-4356-B6E9-E80EF479E2C5}" dt="2026-09-29T21:50:59.183" v="16" actId="767"/>
          <ac:spMkLst>
            <pc:docMk/>
            <pc:sldMk cId="0" sldId="265"/>
            <ac:spMk id="19" creationId="{E4848778-5F42-9AF5-AC7B-35252302E996}"/>
          </ac:spMkLst>
        </pc:spChg>
      </pc:sldChg>
      <pc:sldChg chg="add">
        <pc:chgData name="Himon Thakur" userId="a867ebe2-df71-45de-bd76-0e0838cc4be1" providerId="ADAL" clId="{A993F011-7DDF-4356-B6E9-E80EF479E2C5}" dt="2026-09-29T21:15:36.296" v="0"/>
        <pc:sldMkLst>
          <pc:docMk/>
          <pc:sldMk cId="0" sldId="266"/>
        </pc:sldMkLst>
      </pc:sldChg>
      <pc:sldChg chg="add">
        <pc:chgData name="Himon Thakur" userId="a867ebe2-df71-45de-bd76-0e0838cc4be1" providerId="ADAL" clId="{A993F011-7DDF-4356-B6E9-E80EF479E2C5}" dt="2026-09-29T21:15:36.296" v="0"/>
        <pc:sldMkLst>
          <pc:docMk/>
          <pc:sldMk cId="0" sldId="267"/>
        </pc:sldMkLst>
      </pc:sldChg>
      <pc:sldChg chg="add">
        <pc:chgData name="Himon Thakur" userId="a867ebe2-df71-45de-bd76-0e0838cc4be1" providerId="ADAL" clId="{A993F011-7DDF-4356-B6E9-E80EF479E2C5}" dt="2026-09-29T21:15:36.296" v="0"/>
        <pc:sldMkLst>
          <pc:docMk/>
          <pc:sldMk cId="0" sldId="268"/>
        </pc:sldMkLst>
      </pc:sldChg>
      <pc:sldChg chg="add">
        <pc:chgData name="Himon Thakur" userId="a867ebe2-df71-45de-bd76-0e0838cc4be1" providerId="ADAL" clId="{A993F011-7DDF-4356-B6E9-E80EF479E2C5}" dt="2026-09-29T21:15:36.296" v="0"/>
        <pc:sldMkLst>
          <pc:docMk/>
          <pc:sldMk cId="0" sldId="269"/>
        </pc:sldMkLst>
      </pc:sldChg>
      <pc:sldChg chg="add">
        <pc:chgData name="Himon Thakur" userId="a867ebe2-df71-45de-bd76-0e0838cc4be1" providerId="ADAL" clId="{A993F011-7DDF-4356-B6E9-E80EF479E2C5}" dt="2026-09-29T21:15:36.296" v="0"/>
        <pc:sldMkLst>
          <pc:docMk/>
          <pc:sldMk cId="0" sldId="270"/>
        </pc:sldMkLst>
      </pc:sldChg>
      <pc:sldChg chg="add">
        <pc:chgData name="Himon Thakur" userId="a867ebe2-df71-45de-bd76-0e0838cc4be1" providerId="ADAL" clId="{A993F011-7DDF-4356-B6E9-E80EF479E2C5}" dt="2026-09-29T21:15:36.296" v="0"/>
        <pc:sldMkLst>
          <pc:docMk/>
          <pc:sldMk cId="0" sldId="271"/>
        </pc:sldMkLst>
      </pc:sldChg>
      <pc:sldChg chg="add">
        <pc:chgData name="Himon Thakur" userId="a867ebe2-df71-45de-bd76-0e0838cc4be1" providerId="ADAL" clId="{A993F011-7DDF-4356-B6E9-E80EF479E2C5}" dt="2026-09-29T21:15:36.296" v="0"/>
        <pc:sldMkLst>
          <pc:docMk/>
          <pc:sldMk cId="0" sldId="272"/>
        </pc:sldMkLst>
      </pc:sldChg>
      <pc:sldChg chg="add">
        <pc:chgData name="Himon Thakur" userId="a867ebe2-df71-45de-bd76-0e0838cc4be1" providerId="ADAL" clId="{A993F011-7DDF-4356-B6E9-E80EF479E2C5}" dt="2026-09-29T21:15:36.296" v="0"/>
        <pc:sldMkLst>
          <pc:docMk/>
          <pc:sldMk cId="0" sldId="273"/>
        </pc:sldMkLst>
      </pc:sldChg>
      <pc:sldChg chg="addSp delSp modSp add mod">
        <pc:chgData name="Himon Thakur" userId="a867ebe2-df71-45de-bd76-0e0838cc4be1" providerId="ADAL" clId="{A993F011-7DDF-4356-B6E9-E80EF479E2C5}" dt="2026-09-29T22:16:24.109" v="40" actId="1076"/>
        <pc:sldMkLst>
          <pc:docMk/>
          <pc:sldMk cId="0" sldId="274"/>
        </pc:sldMkLst>
        <pc:spChg chg="mod">
          <ac:chgData name="Himon Thakur" userId="a867ebe2-df71-45de-bd76-0e0838cc4be1" providerId="ADAL" clId="{A993F011-7DDF-4356-B6E9-E80EF479E2C5}" dt="2026-09-29T22:14:54.974" v="24" actId="114"/>
          <ac:spMkLst>
            <pc:docMk/>
            <pc:sldMk cId="0" sldId="274"/>
            <ac:spMk id="5" creationId="{00000000-0000-0000-0000-000000000000}"/>
          </ac:spMkLst>
        </pc:spChg>
        <pc:spChg chg="mod">
          <ac:chgData name="Himon Thakur" userId="a867ebe2-df71-45de-bd76-0e0838cc4be1" providerId="ADAL" clId="{A993F011-7DDF-4356-B6E9-E80EF479E2C5}" dt="2026-09-29T22:15:05.677" v="26" actId="113"/>
          <ac:spMkLst>
            <pc:docMk/>
            <pc:sldMk cId="0" sldId="274"/>
            <ac:spMk id="7" creationId="{00000000-0000-0000-0000-000000000000}"/>
          </ac:spMkLst>
        </pc:spChg>
        <pc:spChg chg="mod topLvl">
          <ac:chgData name="Himon Thakur" userId="a867ebe2-df71-45de-bd76-0e0838cc4be1" providerId="ADAL" clId="{A993F011-7DDF-4356-B6E9-E80EF479E2C5}" dt="2026-09-29T22:15:32.607" v="30" actId="165"/>
          <ac:spMkLst>
            <pc:docMk/>
            <pc:sldMk cId="0" sldId="274"/>
            <ac:spMk id="10" creationId="{00000000-0000-0000-0000-000000000000}"/>
          </ac:spMkLst>
        </pc:spChg>
        <pc:spChg chg="mod topLvl">
          <ac:chgData name="Himon Thakur" userId="a867ebe2-df71-45de-bd76-0e0838cc4be1" providerId="ADAL" clId="{A993F011-7DDF-4356-B6E9-E80EF479E2C5}" dt="2026-09-29T22:15:32.607" v="30" actId="165"/>
          <ac:spMkLst>
            <pc:docMk/>
            <pc:sldMk cId="0" sldId="274"/>
            <ac:spMk id="11" creationId="{00000000-0000-0000-0000-000000000000}"/>
          </ac:spMkLst>
        </pc:spChg>
        <pc:spChg chg="mod topLvl">
          <ac:chgData name="Himon Thakur" userId="a867ebe2-df71-45de-bd76-0e0838cc4be1" providerId="ADAL" clId="{A993F011-7DDF-4356-B6E9-E80EF479E2C5}" dt="2026-09-29T22:15:32.607" v="30" actId="165"/>
          <ac:spMkLst>
            <pc:docMk/>
            <pc:sldMk cId="0" sldId="274"/>
            <ac:spMk id="13" creationId="{00000000-0000-0000-0000-000000000000}"/>
          </ac:spMkLst>
        </pc:spChg>
        <pc:spChg chg="mod topLvl">
          <ac:chgData name="Himon Thakur" userId="a867ebe2-df71-45de-bd76-0e0838cc4be1" providerId="ADAL" clId="{A993F011-7DDF-4356-B6E9-E80EF479E2C5}" dt="2026-09-29T22:15:32.607" v="30" actId="165"/>
          <ac:spMkLst>
            <pc:docMk/>
            <pc:sldMk cId="0" sldId="274"/>
            <ac:spMk id="14" creationId="{00000000-0000-0000-0000-000000000000}"/>
          </ac:spMkLst>
        </pc:spChg>
        <pc:spChg chg="mod topLvl">
          <ac:chgData name="Himon Thakur" userId="a867ebe2-df71-45de-bd76-0e0838cc4be1" providerId="ADAL" clId="{A993F011-7DDF-4356-B6E9-E80EF479E2C5}" dt="2026-09-29T22:15:32.607" v="30" actId="165"/>
          <ac:spMkLst>
            <pc:docMk/>
            <pc:sldMk cId="0" sldId="274"/>
            <ac:spMk id="16" creationId="{00000000-0000-0000-0000-000000000000}"/>
          </ac:spMkLst>
        </pc:spChg>
        <pc:spChg chg="mod topLvl">
          <ac:chgData name="Himon Thakur" userId="a867ebe2-df71-45de-bd76-0e0838cc4be1" providerId="ADAL" clId="{A993F011-7DDF-4356-B6E9-E80EF479E2C5}" dt="2026-09-29T22:15:32.607" v="30" actId="165"/>
          <ac:spMkLst>
            <pc:docMk/>
            <pc:sldMk cId="0" sldId="274"/>
            <ac:spMk id="17" creationId="{00000000-0000-0000-0000-000000000000}"/>
          </ac:spMkLst>
        </pc:spChg>
        <pc:spChg chg="add del mod">
          <ac:chgData name="Himon Thakur" userId="a867ebe2-df71-45de-bd76-0e0838cc4be1" providerId="ADAL" clId="{A993F011-7DDF-4356-B6E9-E80EF479E2C5}" dt="2026-09-29T22:16:24.109" v="40" actId="1076"/>
          <ac:spMkLst>
            <pc:docMk/>
            <pc:sldMk cId="0" sldId="274"/>
            <ac:spMk id="21" creationId="{00000000-0000-0000-0000-000000000000}"/>
          </ac:spMkLst>
        </pc:spChg>
        <pc:grpChg chg="del">
          <ac:chgData name="Himon Thakur" userId="a867ebe2-df71-45de-bd76-0e0838cc4be1" providerId="ADAL" clId="{A993F011-7DDF-4356-B6E9-E80EF479E2C5}" dt="2026-09-29T22:15:32.607" v="30" actId="165"/>
          <ac:grpSpMkLst>
            <pc:docMk/>
            <pc:sldMk cId="0" sldId="274"/>
            <ac:grpSpMk id="8" creationId="{00000000-0000-0000-0000-000000000000}"/>
          </ac:grpSpMkLst>
        </pc:grpChg>
        <pc:grpChg chg="del">
          <ac:chgData name="Himon Thakur" userId="a867ebe2-df71-45de-bd76-0e0838cc4be1" providerId="ADAL" clId="{A993F011-7DDF-4356-B6E9-E80EF479E2C5}" dt="2026-09-29T22:16:08.073" v="37" actId="478"/>
          <ac:grpSpMkLst>
            <pc:docMk/>
            <pc:sldMk cId="0" sldId="274"/>
            <ac:grpSpMk id="18" creationId="{00000000-0000-0000-0000-000000000000}"/>
          </ac:grpSpMkLst>
        </pc:grpChg>
        <pc:picChg chg="mod topLvl">
          <ac:chgData name="Himon Thakur" userId="a867ebe2-df71-45de-bd76-0e0838cc4be1" providerId="ADAL" clId="{A993F011-7DDF-4356-B6E9-E80EF479E2C5}" dt="2026-09-29T22:15:32.607" v="30" actId="165"/>
          <ac:picMkLst>
            <pc:docMk/>
            <pc:sldMk cId="0" sldId="274"/>
            <ac:picMk id="9" creationId="{00000000-0000-0000-0000-000000000000}"/>
          </ac:picMkLst>
        </pc:picChg>
        <pc:picChg chg="mod topLvl">
          <ac:chgData name="Himon Thakur" userId="a867ebe2-df71-45de-bd76-0e0838cc4be1" providerId="ADAL" clId="{A993F011-7DDF-4356-B6E9-E80EF479E2C5}" dt="2026-09-29T22:15:32.607" v="30" actId="165"/>
          <ac:picMkLst>
            <pc:docMk/>
            <pc:sldMk cId="0" sldId="274"/>
            <ac:picMk id="12" creationId="{00000000-0000-0000-0000-000000000000}"/>
          </ac:picMkLst>
        </pc:picChg>
        <pc:picChg chg="mod topLvl">
          <ac:chgData name="Himon Thakur" userId="a867ebe2-df71-45de-bd76-0e0838cc4be1" providerId="ADAL" clId="{A993F011-7DDF-4356-B6E9-E80EF479E2C5}" dt="2026-09-29T22:15:50.704" v="33" actId="2085"/>
          <ac:picMkLst>
            <pc:docMk/>
            <pc:sldMk cId="0" sldId="274"/>
            <ac:picMk id="15" creationId="{00000000-0000-0000-0000-000000000000}"/>
          </ac:picMkLst>
        </pc:picChg>
      </pc:sldChg>
      <pc:sldChg chg="addSp delSp modSp add mod">
        <pc:chgData name="Himon Thakur" userId="a867ebe2-df71-45de-bd76-0e0838cc4be1" providerId="ADAL" clId="{A993F011-7DDF-4356-B6E9-E80EF479E2C5}" dt="2026-09-29T22:20:46.668" v="124" actId="478"/>
        <pc:sldMkLst>
          <pc:docMk/>
          <pc:sldMk cId="0" sldId="275"/>
        </pc:sldMkLst>
        <pc:spChg chg="add del mod">
          <ac:chgData name="Himon Thakur" userId="a867ebe2-df71-45de-bd76-0e0838cc4be1" providerId="ADAL" clId="{A993F011-7DDF-4356-B6E9-E80EF479E2C5}" dt="2026-09-29T22:16:55.750" v="54" actId="478"/>
          <ac:spMkLst>
            <pc:docMk/>
            <pc:sldMk cId="0" sldId="275"/>
            <ac:spMk id="2" creationId="{00000000-0000-0000-0000-000000000000}"/>
          </ac:spMkLst>
        </pc:spChg>
        <pc:spChg chg="add del">
          <ac:chgData name="Himon Thakur" userId="a867ebe2-df71-45de-bd76-0e0838cc4be1" providerId="ADAL" clId="{A993F011-7DDF-4356-B6E9-E80EF479E2C5}" dt="2026-09-29T22:16:55.042" v="51" actId="478"/>
          <ac:spMkLst>
            <pc:docMk/>
            <pc:sldMk cId="0" sldId="275"/>
            <ac:spMk id="3" creationId="{00000000-0000-0000-0000-000000000000}"/>
          </ac:spMkLst>
        </pc:spChg>
        <pc:spChg chg="mod">
          <ac:chgData name="Himon Thakur" userId="a867ebe2-df71-45de-bd76-0e0838cc4be1" providerId="ADAL" clId="{A993F011-7DDF-4356-B6E9-E80EF479E2C5}" dt="2026-09-29T22:17:10.385" v="59" actId="122"/>
          <ac:spMkLst>
            <pc:docMk/>
            <pc:sldMk cId="0" sldId="275"/>
            <ac:spMk id="4" creationId="{00000000-0000-0000-0000-000000000000}"/>
          </ac:spMkLst>
        </pc:spChg>
        <pc:spChg chg="del mod">
          <ac:chgData name="Himon Thakur" userId="a867ebe2-df71-45de-bd76-0e0838cc4be1" providerId="ADAL" clId="{A993F011-7DDF-4356-B6E9-E80EF479E2C5}" dt="2026-09-29T22:20:46.668" v="124" actId="478"/>
          <ac:spMkLst>
            <pc:docMk/>
            <pc:sldMk cId="0" sldId="275"/>
            <ac:spMk id="7" creationId="{00000000-0000-0000-0000-000000000000}"/>
          </ac:spMkLst>
        </pc:spChg>
        <pc:spChg chg="add del mod">
          <ac:chgData name="Himon Thakur" userId="a867ebe2-df71-45de-bd76-0e0838cc4be1" providerId="ADAL" clId="{A993F011-7DDF-4356-B6E9-E80EF479E2C5}" dt="2026-09-29T22:16:55.261" v="52" actId="478"/>
          <ac:spMkLst>
            <pc:docMk/>
            <pc:sldMk cId="0" sldId="275"/>
            <ac:spMk id="9" creationId="{5EBEED9F-18E4-36AB-A802-ED6CAEE993E2}"/>
          </ac:spMkLst>
        </pc:spChg>
        <pc:spChg chg="add del">
          <ac:chgData name="Himon Thakur" userId="a867ebe2-df71-45de-bd76-0e0838cc4be1" providerId="ADAL" clId="{A993F011-7DDF-4356-B6E9-E80EF479E2C5}" dt="2026-09-29T22:16:56.156" v="55" actId="22"/>
          <ac:spMkLst>
            <pc:docMk/>
            <pc:sldMk cId="0" sldId="275"/>
            <ac:spMk id="11" creationId="{2DF4AD6B-72E5-153C-C3EC-FD477017FB92}"/>
          </ac:spMkLst>
        </pc:spChg>
        <pc:picChg chg="mod">
          <ac:chgData name="Himon Thakur" userId="a867ebe2-df71-45de-bd76-0e0838cc4be1" providerId="ADAL" clId="{A993F011-7DDF-4356-B6E9-E80EF479E2C5}" dt="2026-09-29T22:17:29.870" v="65" actId="1076"/>
          <ac:picMkLst>
            <pc:docMk/>
            <pc:sldMk cId="0" sldId="275"/>
            <ac:picMk id="5" creationId="{00000000-0000-0000-0000-000000000000}"/>
          </ac:picMkLst>
        </pc:picChg>
        <pc:picChg chg="mod">
          <ac:chgData name="Himon Thakur" userId="a867ebe2-df71-45de-bd76-0e0838cc4be1" providerId="ADAL" clId="{A993F011-7DDF-4356-B6E9-E80EF479E2C5}" dt="2026-09-29T22:17:54.819" v="71" actId="1076"/>
          <ac:picMkLst>
            <pc:docMk/>
            <pc:sldMk cId="0" sldId="275"/>
            <ac:picMk id="6" creationId="{00000000-0000-0000-0000-000000000000}"/>
          </ac:picMkLst>
        </pc:picChg>
      </pc:sldChg>
      <pc:sldChg chg="addSp delSp modSp add mod">
        <pc:chgData name="Himon Thakur" userId="a867ebe2-df71-45de-bd76-0e0838cc4be1" providerId="ADAL" clId="{A993F011-7DDF-4356-B6E9-E80EF479E2C5}" dt="2026-09-29T22:21:53.530" v="131" actId="20577"/>
        <pc:sldMkLst>
          <pc:docMk/>
          <pc:sldMk cId="0" sldId="276"/>
        </pc:sldMkLst>
        <pc:spChg chg="del">
          <ac:chgData name="Himon Thakur" userId="a867ebe2-df71-45de-bd76-0e0838cc4be1" providerId="ADAL" clId="{A993F011-7DDF-4356-B6E9-E80EF479E2C5}" dt="2026-09-29T22:18:29.223" v="75" actId="478"/>
          <ac:spMkLst>
            <pc:docMk/>
            <pc:sldMk cId="0" sldId="276"/>
            <ac:spMk id="2" creationId="{00000000-0000-0000-0000-000000000000}"/>
          </ac:spMkLst>
        </pc:spChg>
        <pc:spChg chg="del">
          <ac:chgData name="Himon Thakur" userId="a867ebe2-df71-45de-bd76-0e0838cc4be1" providerId="ADAL" clId="{A993F011-7DDF-4356-B6E9-E80EF479E2C5}" dt="2026-09-29T22:18:23.449" v="73" actId="478"/>
          <ac:spMkLst>
            <pc:docMk/>
            <pc:sldMk cId="0" sldId="276"/>
            <ac:spMk id="3" creationId="{00000000-0000-0000-0000-000000000000}"/>
          </ac:spMkLst>
        </pc:spChg>
        <pc:spChg chg="mod">
          <ac:chgData name="Himon Thakur" userId="a867ebe2-df71-45de-bd76-0e0838cc4be1" providerId="ADAL" clId="{A993F011-7DDF-4356-B6E9-E80EF479E2C5}" dt="2026-09-29T22:20:26.227" v="123" actId="113"/>
          <ac:spMkLst>
            <pc:docMk/>
            <pc:sldMk cId="0" sldId="276"/>
            <ac:spMk id="5" creationId="{00000000-0000-0000-0000-000000000000}"/>
          </ac:spMkLst>
        </pc:spChg>
        <pc:spChg chg="add del mod">
          <ac:chgData name="Himon Thakur" userId="a867ebe2-df71-45de-bd76-0e0838cc4be1" providerId="ADAL" clId="{A993F011-7DDF-4356-B6E9-E80EF479E2C5}" dt="2026-09-29T22:18:26.265" v="74" actId="478"/>
          <ac:spMkLst>
            <pc:docMk/>
            <pc:sldMk cId="0" sldId="276"/>
            <ac:spMk id="7" creationId="{77EE4350-77C8-D65B-236B-710337222D9A}"/>
          </ac:spMkLst>
        </pc:spChg>
        <pc:spChg chg="add mod">
          <ac:chgData name="Himon Thakur" userId="a867ebe2-df71-45de-bd76-0e0838cc4be1" providerId="ADAL" clId="{A993F011-7DDF-4356-B6E9-E80EF479E2C5}" dt="2026-09-29T22:21:53.530" v="131" actId="20577"/>
          <ac:spMkLst>
            <pc:docMk/>
            <pc:sldMk cId="0" sldId="276"/>
            <ac:spMk id="9" creationId="{40BBE916-5495-EDFC-42B6-01F380AFBEF6}"/>
          </ac:spMkLst>
        </pc:spChg>
      </pc:sldChg>
      <pc:sldChg chg="addSp delSp modSp add mod">
        <pc:chgData name="Himon Thakur" userId="a867ebe2-df71-45de-bd76-0e0838cc4be1" providerId="ADAL" clId="{A993F011-7DDF-4356-B6E9-E80EF479E2C5}" dt="2026-09-29T22:22:14.613" v="137" actId="113"/>
        <pc:sldMkLst>
          <pc:docMk/>
          <pc:sldMk cId="0" sldId="277"/>
        </pc:sldMkLst>
        <pc:spChg chg="del">
          <ac:chgData name="Himon Thakur" userId="a867ebe2-df71-45de-bd76-0e0838cc4be1" providerId="ADAL" clId="{A993F011-7DDF-4356-B6E9-E80EF479E2C5}" dt="2026-09-29T22:22:03.207" v="134" actId="478"/>
          <ac:spMkLst>
            <pc:docMk/>
            <pc:sldMk cId="0" sldId="277"/>
            <ac:spMk id="2" creationId="{00000000-0000-0000-0000-000000000000}"/>
          </ac:spMkLst>
        </pc:spChg>
        <pc:spChg chg="del">
          <ac:chgData name="Himon Thakur" userId="a867ebe2-df71-45de-bd76-0e0838cc4be1" providerId="ADAL" clId="{A993F011-7DDF-4356-B6E9-E80EF479E2C5}" dt="2026-09-29T22:21:59.663" v="132" actId="478"/>
          <ac:spMkLst>
            <pc:docMk/>
            <pc:sldMk cId="0" sldId="277"/>
            <ac:spMk id="3" creationId="{00000000-0000-0000-0000-000000000000}"/>
          </ac:spMkLst>
        </pc:spChg>
        <pc:spChg chg="mod">
          <ac:chgData name="Himon Thakur" userId="a867ebe2-df71-45de-bd76-0e0838cc4be1" providerId="ADAL" clId="{A993F011-7DDF-4356-B6E9-E80EF479E2C5}" dt="2026-09-29T22:22:14.613" v="137" actId="113"/>
          <ac:spMkLst>
            <pc:docMk/>
            <pc:sldMk cId="0" sldId="277"/>
            <ac:spMk id="4" creationId="{00000000-0000-0000-0000-000000000000}"/>
          </ac:spMkLst>
        </pc:spChg>
        <pc:spChg chg="add del mod">
          <ac:chgData name="Himon Thakur" userId="a867ebe2-df71-45de-bd76-0e0838cc4be1" providerId="ADAL" clId="{A993F011-7DDF-4356-B6E9-E80EF479E2C5}" dt="2026-09-29T22:22:01.547" v="133" actId="478"/>
          <ac:spMkLst>
            <pc:docMk/>
            <pc:sldMk cId="0" sldId="277"/>
            <ac:spMk id="6" creationId="{354BE9EA-B28A-C41F-5EEE-95747BD8299E}"/>
          </ac:spMkLst>
        </pc:spChg>
        <pc:spChg chg="add">
          <ac:chgData name="Himon Thakur" userId="a867ebe2-df71-45de-bd76-0e0838cc4be1" providerId="ADAL" clId="{A993F011-7DDF-4356-B6E9-E80EF479E2C5}" dt="2026-09-29T22:22:05.937" v="135" actId="22"/>
          <ac:spMkLst>
            <pc:docMk/>
            <pc:sldMk cId="0" sldId="277"/>
            <ac:spMk id="8" creationId="{90461BE8-E839-6854-5CFF-673C11942994}"/>
          </ac:spMkLst>
        </pc:spChg>
      </pc:sldChg>
      <pc:sldChg chg="addSp delSp modSp add mod">
        <pc:chgData name="Himon Thakur" userId="a867ebe2-df71-45de-bd76-0e0838cc4be1" providerId="ADAL" clId="{A993F011-7DDF-4356-B6E9-E80EF479E2C5}" dt="2026-09-29T22:24:59.815" v="164" actId="478"/>
        <pc:sldMkLst>
          <pc:docMk/>
          <pc:sldMk cId="0" sldId="278"/>
        </pc:sldMkLst>
        <pc:spChg chg="del">
          <ac:chgData name="Himon Thakur" userId="a867ebe2-df71-45de-bd76-0e0838cc4be1" providerId="ADAL" clId="{A993F011-7DDF-4356-B6E9-E80EF479E2C5}" dt="2026-09-29T22:22:23.932" v="140" actId="478"/>
          <ac:spMkLst>
            <pc:docMk/>
            <pc:sldMk cId="0" sldId="278"/>
            <ac:spMk id="2" creationId="{00000000-0000-0000-0000-000000000000}"/>
          </ac:spMkLst>
        </pc:spChg>
        <pc:spChg chg="del">
          <ac:chgData name="Himon Thakur" userId="a867ebe2-df71-45de-bd76-0e0838cc4be1" providerId="ADAL" clId="{A993F011-7DDF-4356-B6E9-E80EF479E2C5}" dt="2026-09-29T22:22:19.912" v="138" actId="478"/>
          <ac:spMkLst>
            <pc:docMk/>
            <pc:sldMk cId="0" sldId="278"/>
            <ac:spMk id="3" creationId="{00000000-0000-0000-0000-000000000000}"/>
          </ac:spMkLst>
        </pc:spChg>
        <pc:spChg chg="mod">
          <ac:chgData name="Himon Thakur" userId="a867ebe2-df71-45de-bd76-0e0838cc4be1" providerId="ADAL" clId="{A993F011-7DDF-4356-B6E9-E80EF479E2C5}" dt="2026-09-29T22:23:14.782" v="155" actId="113"/>
          <ac:spMkLst>
            <pc:docMk/>
            <pc:sldMk cId="0" sldId="278"/>
            <ac:spMk id="4" creationId="{00000000-0000-0000-0000-000000000000}"/>
          </ac:spMkLst>
        </pc:spChg>
        <pc:spChg chg="add del mod">
          <ac:chgData name="Himon Thakur" userId="a867ebe2-df71-45de-bd76-0e0838cc4be1" providerId="ADAL" clId="{A993F011-7DDF-4356-B6E9-E80EF479E2C5}" dt="2026-09-29T22:22:22.008" v="139" actId="478"/>
          <ac:spMkLst>
            <pc:docMk/>
            <pc:sldMk cId="0" sldId="278"/>
            <ac:spMk id="6" creationId="{FB604434-BBD8-FBB0-1D98-8021A4104549}"/>
          </ac:spMkLst>
        </pc:spChg>
        <pc:spChg chg="add">
          <ac:chgData name="Himon Thakur" userId="a867ebe2-df71-45de-bd76-0e0838cc4be1" providerId="ADAL" clId="{A993F011-7DDF-4356-B6E9-E80EF479E2C5}" dt="2026-09-29T22:22:25.249" v="141" actId="22"/>
          <ac:spMkLst>
            <pc:docMk/>
            <pc:sldMk cId="0" sldId="278"/>
            <ac:spMk id="8" creationId="{5E4F5346-9F17-CCF2-6D72-1329A9FD8EFA}"/>
          </ac:spMkLst>
        </pc:spChg>
        <pc:spChg chg="add del mod">
          <ac:chgData name="Himon Thakur" userId="a867ebe2-df71-45de-bd76-0e0838cc4be1" providerId="ADAL" clId="{A993F011-7DDF-4356-B6E9-E80EF479E2C5}" dt="2026-09-29T22:24:59.815" v="164" actId="478"/>
          <ac:spMkLst>
            <pc:docMk/>
            <pc:sldMk cId="0" sldId="278"/>
            <ac:spMk id="10" creationId="{C530CB13-00C2-2EF3-C3F8-B6BC69047BF4}"/>
          </ac:spMkLst>
        </pc:spChg>
      </pc:sldChg>
      <pc:sldChg chg="add del">
        <pc:chgData name="Himon Thakur" userId="a867ebe2-df71-45de-bd76-0e0838cc4be1" providerId="ADAL" clId="{A993F011-7DDF-4356-B6E9-E80EF479E2C5}" dt="2026-09-29T22:25:46.225" v="169" actId="47"/>
        <pc:sldMkLst>
          <pc:docMk/>
          <pc:sldMk cId="0" sldId="279"/>
        </pc:sldMkLst>
      </pc:sldChg>
      <pc:sldChg chg="add del">
        <pc:chgData name="Himon Thakur" userId="a867ebe2-df71-45de-bd76-0e0838cc4be1" providerId="ADAL" clId="{A993F011-7DDF-4356-B6E9-E80EF479E2C5}" dt="2026-09-29T22:27:24.039" v="177" actId="47"/>
        <pc:sldMkLst>
          <pc:docMk/>
          <pc:sldMk cId="0" sldId="280"/>
        </pc:sldMkLst>
      </pc:sldChg>
      <pc:sldChg chg="addSp delSp modSp add mod">
        <pc:chgData name="Himon Thakur" userId="a867ebe2-df71-45de-bd76-0e0838cc4be1" providerId="ADAL" clId="{A993F011-7DDF-4356-B6E9-E80EF479E2C5}" dt="2026-09-29T22:28:12.781" v="186" actId="1076"/>
        <pc:sldMkLst>
          <pc:docMk/>
          <pc:sldMk cId="0" sldId="281"/>
        </pc:sldMkLst>
        <pc:spChg chg="del">
          <ac:chgData name="Himon Thakur" userId="a867ebe2-df71-45de-bd76-0e0838cc4be1" providerId="ADAL" clId="{A993F011-7DDF-4356-B6E9-E80EF479E2C5}" dt="2026-09-29T22:27:39.371" v="180" actId="478"/>
          <ac:spMkLst>
            <pc:docMk/>
            <pc:sldMk cId="0" sldId="281"/>
            <ac:spMk id="2" creationId="{00000000-0000-0000-0000-000000000000}"/>
          </ac:spMkLst>
        </pc:spChg>
        <pc:spChg chg="del">
          <ac:chgData name="Himon Thakur" userId="a867ebe2-df71-45de-bd76-0e0838cc4be1" providerId="ADAL" clId="{A993F011-7DDF-4356-B6E9-E80EF479E2C5}" dt="2026-09-29T22:27:35.325" v="178" actId="478"/>
          <ac:spMkLst>
            <pc:docMk/>
            <pc:sldMk cId="0" sldId="281"/>
            <ac:spMk id="3" creationId="{00000000-0000-0000-0000-000000000000}"/>
          </ac:spMkLst>
        </pc:spChg>
        <pc:spChg chg="mod">
          <ac:chgData name="Himon Thakur" userId="a867ebe2-df71-45de-bd76-0e0838cc4be1" providerId="ADAL" clId="{A993F011-7DDF-4356-B6E9-E80EF479E2C5}" dt="2026-09-29T22:27:52.468" v="185" actId="1076"/>
          <ac:spMkLst>
            <pc:docMk/>
            <pc:sldMk cId="0" sldId="281"/>
            <ac:spMk id="4" creationId="{00000000-0000-0000-0000-000000000000}"/>
          </ac:spMkLst>
        </pc:spChg>
        <pc:spChg chg="add del mod">
          <ac:chgData name="Himon Thakur" userId="a867ebe2-df71-45de-bd76-0e0838cc4be1" providerId="ADAL" clId="{A993F011-7DDF-4356-B6E9-E80EF479E2C5}" dt="2026-09-29T22:27:37.435" v="179" actId="478"/>
          <ac:spMkLst>
            <pc:docMk/>
            <pc:sldMk cId="0" sldId="281"/>
            <ac:spMk id="7" creationId="{1B225079-054C-739E-8A86-75F9FE5AFD21}"/>
          </ac:spMkLst>
        </pc:spChg>
        <pc:spChg chg="add">
          <ac:chgData name="Himon Thakur" userId="a867ebe2-df71-45de-bd76-0e0838cc4be1" providerId="ADAL" clId="{A993F011-7DDF-4356-B6E9-E80EF479E2C5}" dt="2026-09-29T22:27:40.647" v="181" actId="22"/>
          <ac:spMkLst>
            <pc:docMk/>
            <pc:sldMk cId="0" sldId="281"/>
            <ac:spMk id="9" creationId="{105CC2B6-AF64-5190-3BFA-4659CE890B53}"/>
          </ac:spMkLst>
        </pc:spChg>
        <pc:picChg chg="mod">
          <ac:chgData name="Himon Thakur" userId="a867ebe2-df71-45de-bd76-0e0838cc4be1" providerId="ADAL" clId="{A993F011-7DDF-4356-B6E9-E80EF479E2C5}" dt="2026-09-29T22:28:12.781" v="186" actId="1076"/>
          <ac:picMkLst>
            <pc:docMk/>
            <pc:sldMk cId="0" sldId="281"/>
            <ac:picMk id="5" creationId="{00000000-0000-0000-0000-000000000000}"/>
          </ac:picMkLst>
        </pc:picChg>
      </pc:sldChg>
      <pc:sldChg chg="addSp delSp modSp add mod">
        <pc:chgData name="Himon Thakur" userId="a867ebe2-df71-45de-bd76-0e0838cc4be1" providerId="ADAL" clId="{A993F011-7DDF-4356-B6E9-E80EF479E2C5}" dt="2026-09-29T22:31:30.740" v="254" actId="242"/>
        <pc:sldMkLst>
          <pc:docMk/>
          <pc:sldMk cId="0" sldId="282"/>
        </pc:sldMkLst>
        <pc:spChg chg="del">
          <ac:chgData name="Himon Thakur" userId="a867ebe2-df71-45de-bd76-0e0838cc4be1" providerId="ADAL" clId="{A993F011-7DDF-4356-B6E9-E80EF479E2C5}" dt="2026-09-29T22:30:20.629" v="229" actId="478"/>
          <ac:spMkLst>
            <pc:docMk/>
            <pc:sldMk cId="0" sldId="282"/>
            <ac:spMk id="2" creationId="{00000000-0000-0000-0000-000000000000}"/>
          </ac:spMkLst>
        </pc:spChg>
        <pc:spChg chg="del">
          <ac:chgData name="Himon Thakur" userId="a867ebe2-df71-45de-bd76-0e0838cc4be1" providerId="ADAL" clId="{A993F011-7DDF-4356-B6E9-E80EF479E2C5}" dt="2026-09-29T22:30:16.696" v="227" actId="478"/>
          <ac:spMkLst>
            <pc:docMk/>
            <pc:sldMk cId="0" sldId="282"/>
            <ac:spMk id="3" creationId="{00000000-0000-0000-0000-000000000000}"/>
          </ac:spMkLst>
        </pc:spChg>
        <pc:spChg chg="mod">
          <ac:chgData name="Himon Thakur" userId="a867ebe2-df71-45de-bd76-0e0838cc4be1" providerId="ADAL" clId="{A993F011-7DDF-4356-B6E9-E80EF479E2C5}" dt="2026-09-29T22:30:39.521" v="241" actId="122"/>
          <ac:spMkLst>
            <pc:docMk/>
            <pc:sldMk cId="0" sldId="282"/>
            <ac:spMk id="4" creationId="{00000000-0000-0000-0000-000000000000}"/>
          </ac:spMkLst>
        </pc:spChg>
        <pc:spChg chg="mod">
          <ac:chgData name="Himon Thakur" userId="a867ebe2-df71-45de-bd76-0e0838cc4be1" providerId="ADAL" clId="{A993F011-7DDF-4356-B6E9-E80EF479E2C5}" dt="2026-09-29T22:31:09.791" v="249" actId="114"/>
          <ac:spMkLst>
            <pc:docMk/>
            <pc:sldMk cId="0" sldId="282"/>
            <ac:spMk id="6" creationId="{00000000-0000-0000-0000-000000000000}"/>
          </ac:spMkLst>
        </pc:spChg>
        <pc:spChg chg="mod">
          <ac:chgData name="Himon Thakur" userId="a867ebe2-df71-45de-bd76-0e0838cc4be1" providerId="ADAL" clId="{A993F011-7DDF-4356-B6E9-E80EF479E2C5}" dt="2026-09-29T22:31:30.740" v="254" actId="242"/>
          <ac:spMkLst>
            <pc:docMk/>
            <pc:sldMk cId="0" sldId="282"/>
            <ac:spMk id="7" creationId="{00000000-0000-0000-0000-000000000000}"/>
          </ac:spMkLst>
        </pc:spChg>
        <pc:spChg chg="add del mod">
          <ac:chgData name="Himon Thakur" userId="a867ebe2-df71-45de-bd76-0e0838cc4be1" providerId="ADAL" clId="{A993F011-7DDF-4356-B6E9-E80EF479E2C5}" dt="2026-09-29T22:30:19.037" v="228" actId="478"/>
          <ac:spMkLst>
            <pc:docMk/>
            <pc:sldMk cId="0" sldId="282"/>
            <ac:spMk id="9" creationId="{211800AF-87D2-4540-8777-B9056706F626}"/>
          </ac:spMkLst>
        </pc:spChg>
        <pc:spChg chg="add mod">
          <ac:chgData name="Himon Thakur" userId="a867ebe2-df71-45de-bd76-0e0838cc4be1" providerId="ADAL" clId="{A993F011-7DDF-4356-B6E9-E80EF479E2C5}" dt="2026-09-29T22:30:25.713" v="237" actId="20577"/>
          <ac:spMkLst>
            <pc:docMk/>
            <pc:sldMk cId="0" sldId="282"/>
            <ac:spMk id="11" creationId="{7DE635B6-0F9B-428A-5EAF-CAD4E1D1C055}"/>
          </ac:spMkLst>
        </pc:spChg>
      </pc:sldChg>
      <pc:sldChg chg="addSp delSp modSp add mod">
        <pc:chgData name="Himon Thakur" userId="a867ebe2-df71-45de-bd76-0e0838cc4be1" providerId="ADAL" clId="{A993F011-7DDF-4356-B6E9-E80EF479E2C5}" dt="2026-09-29T22:31:46.737" v="261" actId="20577"/>
        <pc:sldMkLst>
          <pc:docMk/>
          <pc:sldMk cId="0" sldId="283"/>
        </pc:sldMkLst>
        <pc:spChg chg="del">
          <ac:chgData name="Himon Thakur" userId="a867ebe2-df71-45de-bd76-0e0838cc4be1" providerId="ADAL" clId="{A993F011-7DDF-4356-B6E9-E80EF479E2C5}" dt="2026-09-29T22:28:31.753" v="189" actId="478"/>
          <ac:spMkLst>
            <pc:docMk/>
            <pc:sldMk cId="0" sldId="283"/>
            <ac:spMk id="2" creationId="{00000000-0000-0000-0000-000000000000}"/>
          </ac:spMkLst>
        </pc:spChg>
        <pc:spChg chg="del">
          <ac:chgData name="Himon Thakur" userId="a867ebe2-df71-45de-bd76-0e0838cc4be1" providerId="ADAL" clId="{A993F011-7DDF-4356-B6E9-E80EF479E2C5}" dt="2026-09-29T22:28:26.027" v="187" actId="478"/>
          <ac:spMkLst>
            <pc:docMk/>
            <pc:sldMk cId="0" sldId="283"/>
            <ac:spMk id="3" creationId="{00000000-0000-0000-0000-000000000000}"/>
          </ac:spMkLst>
        </pc:spChg>
        <pc:spChg chg="add del mod">
          <ac:chgData name="Himon Thakur" userId="a867ebe2-df71-45de-bd76-0e0838cc4be1" providerId="ADAL" clId="{A993F011-7DDF-4356-B6E9-E80EF479E2C5}" dt="2026-09-29T22:28:27.202" v="188" actId="478"/>
          <ac:spMkLst>
            <pc:docMk/>
            <pc:sldMk cId="0" sldId="283"/>
            <ac:spMk id="7" creationId="{0BBD13C9-788B-CD91-B9AA-C8C2340460E2}"/>
          </ac:spMkLst>
        </pc:spChg>
        <pc:spChg chg="add mod">
          <ac:chgData name="Himon Thakur" userId="a867ebe2-df71-45de-bd76-0e0838cc4be1" providerId="ADAL" clId="{A993F011-7DDF-4356-B6E9-E80EF479E2C5}" dt="2026-09-29T22:31:46.737" v="261" actId="20577"/>
          <ac:spMkLst>
            <pc:docMk/>
            <pc:sldMk cId="0" sldId="283"/>
            <ac:spMk id="9" creationId="{CFCEFFBE-BA1E-3294-BA3F-09959F4A683A}"/>
          </ac:spMkLst>
        </pc:spChg>
      </pc:sldChg>
      <pc:sldChg chg="addSp delSp modSp add mod">
        <pc:chgData name="Himon Thakur" userId="a867ebe2-df71-45de-bd76-0e0838cc4be1" providerId="ADAL" clId="{A993F011-7DDF-4356-B6E9-E80EF479E2C5}" dt="2026-09-29T22:32:56.733" v="276" actId="20577"/>
        <pc:sldMkLst>
          <pc:docMk/>
          <pc:sldMk cId="0" sldId="284"/>
        </pc:sldMkLst>
        <pc:spChg chg="del">
          <ac:chgData name="Himon Thakur" userId="a867ebe2-df71-45de-bd76-0e0838cc4be1" providerId="ADAL" clId="{A993F011-7DDF-4356-B6E9-E80EF479E2C5}" dt="2026-09-29T22:31:59.725" v="264" actId="478"/>
          <ac:spMkLst>
            <pc:docMk/>
            <pc:sldMk cId="0" sldId="284"/>
            <ac:spMk id="2" creationId="{00000000-0000-0000-0000-000000000000}"/>
          </ac:spMkLst>
        </pc:spChg>
        <pc:spChg chg="del">
          <ac:chgData name="Himon Thakur" userId="a867ebe2-df71-45de-bd76-0e0838cc4be1" providerId="ADAL" clId="{A993F011-7DDF-4356-B6E9-E80EF479E2C5}" dt="2026-09-29T22:31:54.770" v="262" actId="478"/>
          <ac:spMkLst>
            <pc:docMk/>
            <pc:sldMk cId="0" sldId="284"/>
            <ac:spMk id="3" creationId="{00000000-0000-0000-0000-000000000000}"/>
          </ac:spMkLst>
        </pc:spChg>
        <pc:spChg chg="mod">
          <ac:chgData name="Himon Thakur" userId="a867ebe2-df71-45de-bd76-0e0838cc4be1" providerId="ADAL" clId="{A993F011-7DDF-4356-B6E9-E80EF479E2C5}" dt="2026-09-29T22:32:56.733" v="276" actId="20577"/>
          <ac:spMkLst>
            <pc:docMk/>
            <pc:sldMk cId="0" sldId="284"/>
            <ac:spMk id="5" creationId="{00000000-0000-0000-0000-000000000000}"/>
          </ac:spMkLst>
        </pc:spChg>
        <pc:spChg chg="add del mod">
          <ac:chgData name="Himon Thakur" userId="a867ebe2-df71-45de-bd76-0e0838cc4be1" providerId="ADAL" clId="{A993F011-7DDF-4356-B6E9-E80EF479E2C5}" dt="2026-09-29T22:31:57.566" v="263" actId="478"/>
          <ac:spMkLst>
            <pc:docMk/>
            <pc:sldMk cId="0" sldId="284"/>
            <ac:spMk id="27" creationId="{DD2E6A0F-102D-2719-9E0E-896EE95ADB3C}"/>
          </ac:spMkLst>
        </pc:spChg>
        <pc:spChg chg="add">
          <ac:chgData name="Himon Thakur" userId="a867ebe2-df71-45de-bd76-0e0838cc4be1" providerId="ADAL" clId="{A993F011-7DDF-4356-B6E9-E80EF479E2C5}" dt="2026-09-29T22:32:00.064" v="265" actId="22"/>
          <ac:spMkLst>
            <pc:docMk/>
            <pc:sldMk cId="0" sldId="284"/>
            <ac:spMk id="29" creationId="{15E273C5-C669-F5C9-A8C8-9615E5448FAC}"/>
          </ac:spMkLst>
        </pc:spChg>
      </pc:sldChg>
      <pc:sldChg chg="addSp delSp modSp add mod">
        <pc:chgData name="Himon Thakur" userId="a867ebe2-df71-45de-bd76-0e0838cc4be1" providerId="ADAL" clId="{A993F011-7DDF-4356-B6E9-E80EF479E2C5}" dt="2026-09-29T22:33:19.146" v="280" actId="22"/>
        <pc:sldMkLst>
          <pc:docMk/>
          <pc:sldMk cId="0" sldId="285"/>
        </pc:sldMkLst>
        <pc:spChg chg="del">
          <ac:chgData name="Himon Thakur" userId="a867ebe2-df71-45de-bd76-0e0838cc4be1" providerId="ADAL" clId="{A993F011-7DDF-4356-B6E9-E80EF479E2C5}" dt="2026-09-29T22:33:17.878" v="279" actId="478"/>
          <ac:spMkLst>
            <pc:docMk/>
            <pc:sldMk cId="0" sldId="285"/>
            <ac:spMk id="2" creationId="{00000000-0000-0000-0000-000000000000}"/>
          </ac:spMkLst>
        </pc:spChg>
        <pc:spChg chg="del">
          <ac:chgData name="Himon Thakur" userId="a867ebe2-df71-45de-bd76-0e0838cc4be1" providerId="ADAL" clId="{A993F011-7DDF-4356-B6E9-E80EF479E2C5}" dt="2026-09-29T22:33:14.456" v="277" actId="478"/>
          <ac:spMkLst>
            <pc:docMk/>
            <pc:sldMk cId="0" sldId="285"/>
            <ac:spMk id="3" creationId="{00000000-0000-0000-0000-000000000000}"/>
          </ac:spMkLst>
        </pc:spChg>
        <pc:spChg chg="add del mod">
          <ac:chgData name="Himon Thakur" userId="a867ebe2-df71-45de-bd76-0e0838cc4be1" providerId="ADAL" clId="{A993F011-7DDF-4356-B6E9-E80EF479E2C5}" dt="2026-09-29T22:33:16.631" v="278" actId="478"/>
          <ac:spMkLst>
            <pc:docMk/>
            <pc:sldMk cId="0" sldId="285"/>
            <ac:spMk id="35" creationId="{5C9C82AD-02C7-30D0-4692-3CBA63B5B0F8}"/>
          </ac:spMkLst>
        </pc:spChg>
        <pc:spChg chg="add">
          <ac:chgData name="Himon Thakur" userId="a867ebe2-df71-45de-bd76-0e0838cc4be1" providerId="ADAL" clId="{A993F011-7DDF-4356-B6E9-E80EF479E2C5}" dt="2026-09-29T22:33:19.146" v="280" actId="22"/>
          <ac:spMkLst>
            <pc:docMk/>
            <pc:sldMk cId="0" sldId="285"/>
            <ac:spMk id="37" creationId="{EBD60EB1-BF7E-34B7-A326-9C01EE395D00}"/>
          </ac:spMkLst>
        </pc:spChg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286"/>
        </pc:sldMkLst>
      </pc:sldChg>
      <pc:sldChg chg="add">
        <pc:chgData name="Himon Thakur" userId="a867ebe2-df71-45de-bd76-0e0838cc4be1" providerId="ADAL" clId="{A993F011-7DDF-4356-B6E9-E80EF479E2C5}" dt="2026-09-29T21:22:17.510" v="6"/>
        <pc:sldMkLst>
          <pc:docMk/>
          <pc:sldMk cId="1373767123" sldId="286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287"/>
        </pc:sldMkLst>
      </pc:sldChg>
      <pc:sldChg chg="addSp modSp">
        <pc:chgData name="Himon Thakur" userId="a867ebe2-df71-45de-bd76-0e0838cc4be1" providerId="ADAL" clId="{A993F011-7DDF-4356-B6E9-E80EF479E2C5}" dt="2026-09-29T21:58:26.061" v="17"/>
        <pc:sldMkLst>
          <pc:docMk/>
          <pc:sldMk cId="1271037164" sldId="287"/>
        </pc:sldMkLst>
        <pc:spChg chg="add mod">
          <ac:chgData name="Himon Thakur" userId="a867ebe2-df71-45de-bd76-0e0838cc4be1" providerId="ADAL" clId="{A993F011-7DDF-4356-B6E9-E80EF479E2C5}" dt="2026-09-29T21:58:26.061" v="17"/>
          <ac:spMkLst>
            <pc:docMk/>
            <pc:sldMk cId="1271037164" sldId="287"/>
            <ac:spMk id="2" creationId="{0DA0CCB9-EC65-0926-04D9-35C0B2E2B623}"/>
          </ac:spMkLst>
        </pc:spChg>
        <pc:spChg chg="mod">
          <ac:chgData name="Himon Thakur" userId="a867ebe2-df71-45de-bd76-0e0838cc4be1" providerId="ADAL" clId="{A993F011-7DDF-4356-B6E9-E80EF479E2C5}" dt="2026-09-29T21:58:26.061" v="17"/>
          <ac:spMkLst>
            <pc:docMk/>
            <pc:sldMk cId="1271037164" sldId="287"/>
            <ac:spMk id="8" creationId="{140437E8-8721-7BD4-5FD3-9DF35F330D50}"/>
          </ac:spMkLst>
        </pc:spChg>
        <pc:spChg chg="mod">
          <ac:chgData name="Himon Thakur" userId="a867ebe2-df71-45de-bd76-0e0838cc4be1" providerId="ADAL" clId="{A993F011-7DDF-4356-B6E9-E80EF479E2C5}" dt="2026-09-29T21:58:26.061" v="17"/>
          <ac:spMkLst>
            <pc:docMk/>
            <pc:sldMk cId="1271037164" sldId="287"/>
            <ac:spMk id="12" creationId="{FCAC9DBC-7EE2-B290-F72B-3B6F2E2C5BAC}"/>
          </ac:spMkLst>
        </pc:spChg>
        <pc:grpChg chg="add mod">
          <ac:chgData name="Himon Thakur" userId="a867ebe2-df71-45de-bd76-0e0838cc4be1" providerId="ADAL" clId="{A993F011-7DDF-4356-B6E9-E80EF479E2C5}" dt="2026-09-29T21:58:26.061" v="17"/>
          <ac:grpSpMkLst>
            <pc:docMk/>
            <pc:sldMk cId="1271037164" sldId="287"/>
            <ac:grpSpMk id="3" creationId="{4BF25D3A-82E0-50DE-1099-DF5DF404F9A0}"/>
          </ac:grpSpMkLst>
        </pc:grpChg>
        <pc:grpChg chg="add mod">
          <ac:chgData name="Himon Thakur" userId="a867ebe2-df71-45de-bd76-0e0838cc4be1" providerId="ADAL" clId="{A993F011-7DDF-4356-B6E9-E80EF479E2C5}" dt="2026-09-29T21:58:26.061" v="17"/>
          <ac:grpSpMkLst>
            <pc:docMk/>
            <pc:sldMk cId="1271037164" sldId="287"/>
            <ac:grpSpMk id="9" creationId="{0BA6EB13-9E2E-7C34-1BF9-4C3F1AA12C95}"/>
          </ac:grpSpMkLst>
        </pc:grpChg>
        <pc:picChg chg="mod">
          <ac:chgData name="Himon Thakur" userId="a867ebe2-df71-45de-bd76-0e0838cc4be1" providerId="ADAL" clId="{A993F011-7DDF-4356-B6E9-E80EF479E2C5}" dt="2026-09-29T21:58:26.061" v="17"/>
          <ac:picMkLst>
            <pc:docMk/>
            <pc:sldMk cId="1271037164" sldId="287"/>
            <ac:picMk id="7" creationId="{E72DFFF8-D26D-F7D5-B303-F23FC1C3EE7D}"/>
          </ac:picMkLst>
        </pc:picChg>
        <pc:picChg chg="mod">
          <ac:chgData name="Himon Thakur" userId="a867ebe2-df71-45de-bd76-0e0838cc4be1" providerId="ADAL" clId="{A993F011-7DDF-4356-B6E9-E80EF479E2C5}" dt="2026-09-29T21:58:26.061" v="17"/>
          <ac:picMkLst>
            <pc:docMk/>
            <pc:sldMk cId="1271037164" sldId="287"/>
            <ac:picMk id="11" creationId="{CC557CBC-5931-1E18-6365-765CDBC1A4D1}"/>
          </ac:picMkLst>
        </pc:picChg>
      </pc:sldChg>
      <pc:sldChg chg="add del">
        <pc:chgData name="Himon Thakur" userId="a867ebe2-df71-45de-bd76-0e0838cc4be1" providerId="ADAL" clId="{A993F011-7DDF-4356-B6E9-E80EF479E2C5}" dt="2026-09-29T21:22:42.825" v="8"/>
        <pc:sldMkLst>
          <pc:docMk/>
          <pc:sldMk cId="1351431531" sldId="287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288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289"/>
        </pc:sldMkLst>
      </pc:sldChg>
      <pc:sldChg chg="addSp delSp modSp">
        <pc:chgData name="Himon Thakur" userId="a867ebe2-df71-45de-bd76-0e0838cc4be1" providerId="ADAL" clId="{A993F011-7DDF-4356-B6E9-E80EF479E2C5}" dt="2026-09-29T22:05:14.440" v="20"/>
        <pc:sldMkLst>
          <pc:docMk/>
          <pc:sldMk cId="414200383" sldId="289"/>
        </pc:sldMkLst>
        <pc:spChg chg="add del mod">
          <ac:chgData name="Himon Thakur" userId="a867ebe2-df71-45de-bd76-0e0838cc4be1" providerId="ADAL" clId="{A993F011-7DDF-4356-B6E9-E80EF479E2C5}" dt="2026-09-29T22:04:52.458" v="19"/>
          <ac:spMkLst>
            <pc:docMk/>
            <pc:sldMk cId="414200383" sldId="289"/>
            <ac:spMk id="2" creationId="{7D1F23A2-D13B-2F47-C49E-AF1D59F99AF6}"/>
          </ac:spMkLst>
        </pc:spChg>
        <pc:spChg chg="mod">
          <ac:chgData name="Himon Thakur" userId="a867ebe2-df71-45de-bd76-0e0838cc4be1" providerId="ADAL" clId="{A993F011-7DDF-4356-B6E9-E80EF479E2C5}" dt="2026-09-29T22:05:14.440" v="20"/>
          <ac:spMkLst>
            <pc:docMk/>
            <pc:sldMk cId="414200383" sldId="289"/>
            <ac:spMk id="4" creationId="{27A91045-A25D-798C-B56E-A57CBCACA001}"/>
          </ac:spMkLst>
        </pc:spChg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290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291"/>
        </pc:sldMkLst>
      </pc:sldChg>
      <pc:sldChg chg="modSp add mod">
        <pc:chgData name="Himon Thakur" userId="a867ebe2-df71-45de-bd76-0e0838cc4be1" providerId="ADAL" clId="{A993F011-7DDF-4356-B6E9-E80EF479E2C5}" dt="2026-09-29T22:23:05.151" v="153" actId="20577"/>
        <pc:sldMkLst>
          <pc:docMk/>
          <pc:sldMk cId="46741022" sldId="291"/>
        </pc:sldMkLst>
        <pc:spChg chg="mod">
          <ac:chgData name="Himon Thakur" userId="a867ebe2-df71-45de-bd76-0e0838cc4be1" providerId="ADAL" clId="{A993F011-7DDF-4356-B6E9-E80EF479E2C5}" dt="2026-09-29T22:23:05.151" v="153" actId="20577"/>
          <ac:spMkLst>
            <pc:docMk/>
            <pc:sldMk cId="46741022" sldId="291"/>
            <ac:spMk id="4" creationId="{526D82A6-E83E-4FF0-92C9-01A17A1DF850}"/>
          </ac:spMkLst>
        </pc:spChg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292"/>
        </pc:sldMkLst>
      </pc:sldChg>
      <pc:sldChg chg="addSp modSp add mod">
        <pc:chgData name="Himon Thakur" userId="a867ebe2-df71-45de-bd76-0e0838cc4be1" providerId="ADAL" clId="{A993F011-7DDF-4356-B6E9-E80EF479E2C5}" dt="2026-09-29T22:25:27.419" v="168" actId="113"/>
        <pc:sldMkLst>
          <pc:docMk/>
          <pc:sldMk cId="2278942402" sldId="292"/>
        </pc:sldMkLst>
        <pc:spChg chg="add mod">
          <ac:chgData name="Himon Thakur" userId="a867ebe2-df71-45de-bd76-0e0838cc4be1" providerId="ADAL" clId="{A993F011-7DDF-4356-B6E9-E80EF479E2C5}" dt="2026-09-29T22:25:27.419" v="168" actId="113"/>
          <ac:spMkLst>
            <pc:docMk/>
            <pc:sldMk cId="2278942402" sldId="292"/>
            <ac:spMk id="3" creationId="{4C4E2976-CBC4-D41D-087B-1AC6600A7450}"/>
          </ac:spMkLst>
        </pc:spChg>
        <pc:spChg chg="mod">
          <ac:chgData name="Himon Thakur" userId="a867ebe2-df71-45de-bd76-0e0838cc4be1" providerId="ADAL" clId="{A993F011-7DDF-4356-B6E9-E80EF479E2C5}" dt="2026-09-29T22:24:01.446" v="158" actId="13926"/>
          <ac:spMkLst>
            <pc:docMk/>
            <pc:sldMk cId="2278942402" sldId="292"/>
            <ac:spMk id="4" creationId="{7CEB97E9-B033-E178-C6B9-5F16339566E2}"/>
          </ac:spMkLst>
        </pc:spChg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293"/>
        </pc:sldMkLst>
      </pc:sldChg>
      <pc:sldChg chg="addSp modSp add mod">
        <pc:chgData name="Himon Thakur" userId="a867ebe2-df71-45de-bd76-0e0838cc4be1" providerId="ADAL" clId="{A993F011-7DDF-4356-B6E9-E80EF479E2C5}" dt="2026-09-29T22:26:39.897" v="176" actId="113"/>
        <pc:sldMkLst>
          <pc:docMk/>
          <pc:sldMk cId="1785822216" sldId="293"/>
        </pc:sldMkLst>
        <pc:spChg chg="mod">
          <ac:chgData name="Himon Thakur" userId="a867ebe2-df71-45de-bd76-0e0838cc4be1" providerId="ADAL" clId="{A993F011-7DDF-4356-B6E9-E80EF479E2C5}" dt="2026-09-29T22:26:15.437" v="172" actId="13926"/>
          <ac:spMkLst>
            <pc:docMk/>
            <pc:sldMk cId="1785822216" sldId="293"/>
            <ac:spMk id="4" creationId="{45F5CA06-02C0-F935-8ADC-5B0BF344B56B}"/>
          </ac:spMkLst>
        </pc:spChg>
        <pc:spChg chg="add mod">
          <ac:chgData name="Himon Thakur" userId="a867ebe2-df71-45de-bd76-0e0838cc4be1" providerId="ADAL" clId="{A993F011-7DDF-4356-B6E9-E80EF479E2C5}" dt="2026-09-29T22:26:39.897" v="176" actId="113"/>
          <ac:spMkLst>
            <pc:docMk/>
            <pc:sldMk cId="1785822216" sldId="293"/>
            <ac:spMk id="5" creationId="{6637EDA5-9758-17C3-425B-46426B5E2E38}"/>
          </ac:spMkLst>
        </pc:spChg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294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295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296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297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298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299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300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301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302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303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304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305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306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307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308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309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310"/>
        </pc:sldMkLst>
      </pc:sldChg>
      <pc:sldChg chg="add del">
        <pc:chgData name="Himon Thakur" userId="a867ebe2-df71-45de-bd76-0e0838cc4be1" providerId="ADAL" clId="{A993F011-7DDF-4356-B6E9-E80EF479E2C5}" dt="2026-09-29T21:18:31.914" v="2"/>
        <pc:sldMkLst>
          <pc:docMk/>
          <pc:sldMk cId="0" sldId="3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C8BA7-AD7A-4562-9101-3AAD26BB578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34500-BB8F-47C6-8EB6-733711EA6A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69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4" y="1371607"/>
            <a:ext cx="11785597" cy="4876793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>
                <a:latin typeface="+mn-lt"/>
                <a:cs typeface="Arial"/>
              </a:defRPr>
            </a:lvl2pPr>
            <a:lvl3pPr>
              <a:defRPr sz="2200">
                <a:latin typeface="+mn-lt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/>
          <a:lstStyle>
            <a:lvl1pPr algn="l">
              <a:defRPr sz="4400" b="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203200" y="1371600"/>
            <a:ext cx="4638421" cy="5029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953000" y="1371600"/>
            <a:ext cx="4648200" cy="5029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/>
          <a:lstStyle>
            <a:lvl1pPr algn="l">
              <a:defRPr sz="4400" b="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838" y="1447800"/>
            <a:ext cx="4788622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cs typeface="Arial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3206" y="2209801"/>
            <a:ext cx="4788624" cy="42704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>
                <a:latin typeface="+mn-lt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2000">
                <a:latin typeface="Arial"/>
                <a:cs typeface="Arial"/>
              </a:defRPr>
            </a:lvl4pPr>
            <a:lvl5pPr>
              <a:defRPr sz="20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5029" y="1447800"/>
            <a:ext cx="4826607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cs typeface="Arial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5400" y="2206574"/>
            <a:ext cx="4820229" cy="42704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/>
          <a:lstStyle>
            <a:lvl1pPr algn="l">
              <a:defRPr sz="4400" b="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529433" y="2887580"/>
            <a:ext cx="11436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400" dirty="0">
              <a:solidFill>
                <a:schemeClr val="tx2">
                  <a:lumMod val="60000"/>
                  <a:lumOff val="40000"/>
                </a:schemeClr>
              </a:solidFill>
              <a:latin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58" y="1204857"/>
            <a:ext cx="10339617" cy="1910716"/>
          </a:xfrm>
          <a:prstGeom prst="rect">
            <a:avLst/>
          </a:prstGeom>
        </p:spPr>
        <p:txBody>
          <a:bodyPr anchor="b"/>
          <a:lstStyle>
            <a:lvl1pPr algn="ctr">
              <a:defRPr sz="4400" b="1" cap="none" baseline="0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2331" y="3324435"/>
            <a:ext cx="10312996" cy="150018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400">
                <a:solidFill>
                  <a:srgbClr val="595959"/>
                </a:solidFill>
                <a:latin typeface="+mn-lt"/>
                <a:cs typeface="Arial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72861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7" y="445070"/>
            <a:ext cx="101219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78473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8813A-9329-426C-8047-01C1395FFE36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9380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0834" y="108013"/>
            <a:ext cx="10235565" cy="832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895D1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036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895D1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826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F9B38D-0C2C-467B-B327-8E5937302185}"/>
              </a:ext>
            </a:extLst>
          </p:cNvPr>
          <p:cNvSpPr txBox="1"/>
          <p:nvPr userDrawn="1"/>
        </p:nvSpPr>
        <p:spPr>
          <a:xfrm>
            <a:off x="11277600" y="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B1F5BA-E7B0-4ADC-8E3A-0FABFF1CB3B9}" type="slidenum">
              <a:rPr lang="en-US" sz="1800" smtClean="0">
                <a:solidFill>
                  <a:schemeClr val="tx2"/>
                </a:solidFill>
              </a:rPr>
              <a:pPr algn="r"/>
              <a:t>‹#›</a:t>
            </a:fld>
            <a:endParaRPr lang="en-US" sz="180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1" r:id="rId2"/>
    <p:sldLayoutId id="2147483682" r:id="rId3"/>
    <p:sldLayoutId id="2147483680" r:id="rId4"/>
    <p:sldLayoutId id="2147483678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hf sldNum="0" hdr="0" ftr="0" dt="0"/>
  <p:txStyles>
    <p:titleStyle>
      <a:lvl1pPr algn="ctr" defTabSz="914377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14377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None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11470" indent="0" algn="l" defTabSz="914377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None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21" indent="0" algn="l" defTabSz="914377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None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88690" indent="0" algn="l" defTabSz="914377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None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508722" indent="0" algn="l" defTabSz="914377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786" indent="-274313" algn="l" defTabSz="914377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indent="-274313" algn="l" defTabSz="914377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850" indent="-274313" algn="l" defTabSz="914377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882" indent="-274313" algn="l" defTabSz="914377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thakur@uccs.edu" TargetMode="Externa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494"/>
            <a:ext cx="12197675" cy="34314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ea typeface="+mj-lt"/>
                <a:cs typeface="+mj-lt"/>
              </a:rPr>
              <a:t>CS 2160</a:t>
            </a:r>
            <a:br>
              <a:rPr lang="en-US" sz="3600" b="1" dirty="0">
                <a:solidFill>
                  <a:schemeClr val="tx1"/>
                </a:solidFill>
                <a:ea typeface="+mj-lt"/>
                <a:cs typeface="+mj-lt"/>
              </a:rPr>
            </a:br>
            <a:r>
              <a:rPr lang="en-US" sz="3600" dirty="0">
                <a:solidFill>
                  <a:schemeClr val="tx1"/>
                </a:solidFill>
              </a:rPr>
              <a:t>Introduction to Assembly Programming and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Computer Organization</a:t>
            </a:r>
            <a:br>
              <a:rPr lang="en-US" sz="3600" dirty="0">
                <a:solidFill>
                  <a:schemeClr val="tx1"/>
                </a:solidFill>
              </a:rPr>
            </a:br>
            <a:br>
              <a:rPr lang="en-US" sz="3600" dirty="0">
                <a:solidFill>
                  <a:schemeClr val="tx1"/>
                </a:solidFill>
                <a:ea typeface="+mj-lt"/>
                <a:cs typeface="+mj-lt"/>
              </a:rPr>
            </a:br>
            <a:r>
              <a:rPr lang="en-US" sz="3200" b="1" dirty="0">
                <a:solidFill>
                  <a:schemeClr val="tx1"/>
                </a:solidFill>
                <a:ea typeface="+mj-lt"/>
                <a:cs typeface="+mj-lt"/>
              </a:rPr>
              <a:t>Lecture 07</a:t>
            </a:r>
            <a:r>
              <a:rPr lang="en-US" sz="3200" dirty="0">
                <a:solidFill>
                  <a:schemeClr val="tx1"/>
                </a:solidFill>
                <a:ea typeface="+mj-lt"/>
                <a:cs typeface="+mj-lt"/>
              </a:rPr>
              <a:t>: Instruction Representations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40" y="3424813"/>
            <a:ext cx="12175382" cy="298168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>
                <a:latin typeface="Aptos"/>
                <a:ea typeface="Calibri"/>
                <a:cs typeface="Calibri"/>
              </a:rPr>
              <a:t>Fall 2026</a:t>
            </a:r>
            <a:endParaRPr lang="en-US">
              <a:latin typeface="Aptos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b="1">
                <a:latin typeface="Calibri"/>
                <a:ea typeface="Calibri"/>
                <a:cs typeface="Calibri"/>
              </a:rPr>
              <a:t>Instructor</a:t>
            </a:r>
            <a:r>
              <a:rPr lang="en-US">
                <a:latin typeface="Calibri"/>
                <a:ea typeface="Calibri"/>
                <a:cs typeface="Calibri"/>
              </a:rPr>
              <a:t>: Himon Thakur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b="1">
                <a:latin typeface="Calibri"/>
                <a:ea typeface="Calibri"/>
                <a:cs typeface="Calibri"/>
              </a:rPr>
              <a:t>TA: </a:t>
            </a:r>
            <a:r>
              <a:rPr lang="en-US">
                <a:latin typeface="Calibri"/>
                <a:ea typeface="Calibri"/>
                <a:cs typeface="Calibri"/>
              </a:rPr>
              <a:t>Hassan Shakil</a:t>
            </a: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/>
              <a:t>University of Colorado </a:t>
            </a:r>
            <a:r>
              <a:rPr lang="en-US" err="1"/>
              <a:t>Colorado</a:t>
            </a:r>
            <a:r>
              <a:rPr lang="en-US"/>
              <a:t> Springs (UCCS)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3017D99-3D2A-E0CE-054E-E32FE8E968E6}"/>
              </a:ext>
            </a:extLst>
          </p:cNvPr>
          <p:cNvSpPr txBox="1"/>
          <p:nvPr/>
        </p:nvSpPr>
        <p:spPr>
          <a:xfrm>
            <a:off x="20320" y="6407876"/>
            <a:ext cx="12181838" cy="43858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latin typeface="Aptos Display"/>
                <a:ea typeface="Calibri"/>
                <a:cs typeface="Calibri"/>
              </a:rPr>
              <a:t>Himon Thakur</a:t>
            </a:r>
            <a:r>
              <a:rPr lang="en-US" sz="1200" dirty="0">
                <a:latin typeface="Aptos Display"/>
                <a:ea typeface="Calibri"/>
                <a:cs typeface="Calibri"/>
              </a:rPr>
              <a:t> (</a:t>
            </a:r>
            <a:r>
              <a:rPr lang="en-US" sz="1200" dirty="0">
                <a:latin typeface="Aptos Display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hthakur@uccs.edu</a:t>
            </a:r>
            <a:r>
              <a:rPr lang="en-US" sz="1200" i="1" dirty="0">
                <a:latin typeface="Aptos Display"/>
                <a:ea typeface="Calibri"/>
                <a:cs typeface="Calibri"/>
              </a:rPr>
              <a:t>); </a:t>
            </a:r>
            <a:r>
              <a:rPr lang="en-US" sz="1200" b="1" dirty="0">
                <a:latin typeface="Aptos Display"/>
                <a:ea typeface="Calibri"/>
                <a:cs typeface="Calibri"/>
              </a:rPr>
              <a:t>CC BY-NC-SA 4.0;</a:t>
            </a:r>
            <a:endParaRPr lang="en-US" sz="1200">
              <a:latin typeface="Aptos Display"/>
              <a:ea typeface="Calibri"/>
              <a:cs typeface="Calibri"/>
            </a:endParaRPr>
          </a:p>
          <a:p>
            <a:pPr algn="ctr"/>
            <a:r>
              <a:rPr lang="en-US" sz="1050" i="1" dirty="0">
                <a:latin typeface="Aptos Display"/>
                <a:ea typeface="Calibri"/>
                <a:cs typeface="Calibri"/>
              </a:rPr>
              <a:t>Special Thanks to Dr. Keith Paarpong and Dr. Xi Tan.</a:t>
            </a:r>
            <a:endParaRPr lang="en-US" sz="1050">
              <a:latin typeface="Aptos Display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786A-DB79-C2E9-C26B-F79D3B66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59"/>
            <a:ext cx="11355091" cy="688760"/>
          </a:xfrm>
        </p:spPr>
        <p:txBody>
          <a:bodyPr lIns="91440" tIns="45720" rIns="91440" bIns="45720" anchor="t">
            <a:normAutofit fontScale="90000"/>
          </a:bodyPr>
          <a:lstStyle/>
          <a:p>
            <a:r>
              <a:rPr lang="en-US" sz="4500" b="1" dirty="0">
                <a:solidFill>
                  <a:schemeClr val="tx1"/>
                </a:solidFill>
                <a:ea typeface="Calibri"/>
                <a:cs typeface="Calibri"/>
              </a:rPr>
              <a:t>Today’s Agenda.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2DD545-B3A4-BBE9-77EB-C7F4C36452AF}"/>
              </a:ext>
            </a:extLst>
          </p:cNvPr>
          <p:cNvSpPr txBox="1"/>
          <p:nvPr/>
        </p:nvSpPr>
        <p:spPr>
          <a:xfrm>
            <a:off x="846030" y="1294312"/>
            <a:ext cx="10504655" cy="5062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57200" indent="-457200">
              <a:spcBef>
                <a:spcPct val="20000"/>
              </a:spcBef>
              <a:buFont typeface="Arial"/>
              <a:buChar char="•"/>
            </a:pPr>
            <a:r>
              <a:rPr lang="en-US" sz="2800" dirty="0">
                <a:latin typeface="Aptos"/>
                <a:ea typeface="Calibri"/>
                <a:cs typeface="Calibri"/>
              </a:rPr>
              <a:t>Understand how instructions are represented</a:t>
            </a:r>
          </a:p>
          <a:p>
            <a:pPr marL="457200" indent="-457200">
              <a:spcBef>
                <a:spcPct val="20000"/>
              </a:spcBef>
              <a:buFont typeface="Arial"/>
              <a:buChar char="•"/>
            </a:pPr>
            <a:r>
              <a:rPr lang="en-US" sz="2800" dirty="0">
                <a:latin typeface="Aptos"/>
                <a:cs typeface="Calibri"/>
              </a:rPr>
              <a:t>PC-relative addressing</a:t>
            </a:r>
          </a:p>
          <a:p>
            <a:pPr marL="457200" indent="-457200">
              <a:spcBef>
                <a:spcPct val="20000"/>
              </a:spcBef>
              <a:buFont typeface="Arial"/>
              <a:buChar char="•"/>
            </a:pPr>
            <a:r>
              <a:rPr lang="en-US" sz="2800" dirty="0">
                <a:latin typeface="Aptos"/>
                <a:cs typeface="Calibri"/>
              </a:rPr>
              <a:t>Strings</a:t>
            </a:r>
            <a:endParaRPr lang="en-US" sz="2800" dirty="0"/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13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080947"/>
              </p:ext>
            </p:extLst>
          </p:nvPr>
        </p:nvGraphicFramePr>
        <p:xfrm>
          <a:off x="1713239" y="838200"/>
          <a:ext cx="9605009" cy="5867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9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27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</a:rPr>
                        <a:t>Mnemonic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52069">
                        <a:lnSpc>
                          <a:spcPts val="2370"/>
                        </a:lnSpc>
                      </a:pPr>
                      <a:r>
                        <a:rPr sz="2000" b="1" spc="-25" dirty="0"/>
                        <a:t>x0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370"/>
                        </a:lnSpc>
                      </a:pPr>
                      <a:r>
                        <a:rPr sz="2000" b="1" spc="-20" dirty="0"/>
                        <a:t>zero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370"/>
                        </a:lnSpc>
                      </a:pPr>
                      <a:r>
                        <a:rPr sz="2000" b="1" spc="-10" dirty="0"/>
                        <a:t>always</a:t>
                      </a:r>
                      <a:r>
                        <a:rPr sz="2000" b="1" spc="-65" dirty="0"/>
                        <a:t> </a:t>
                      </a:r>
                      <a:r>
                        <a:rPr sz="2000" b="1" spc="-20" dirty="0"/>
                        <a:t>zero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25" dirty="0"/>
                        <a:t>x1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270"/>
                        </a:lnSpc>
                      </a:pPr>
                      <a:r>
                        <a:rPr sz="2000" b="1" spc="-25" dirty="0"/>
                        <a:t>ra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dirty="0"/>
                        <a:t>return</a:t>
                      </a:r>
                      <a:r>
                        <a:rPr sz="2000" b="1" spc="-105" dirty="0"/>
                        <a:t> </a:t>
                      </a:r>
                      <a:r>
                        <a:rPr sz="2000" b="1" spc="-10" dirty="0"/>
                        <a:t>address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25" dirty="0"/>
                        <a:t>x2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270"/>
                        </a:lnSpc>
                      </a:pPr>
                      <a:r>
                        <a:rPr sz="2000" b="1" spc="-25" dirty="0"/>
                        <a:t>sp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dirty="0"/>
                        <a:t>stack</a:t>
                      </a:r>
                      <a:r>
                        <a:rPr sz="2000" b="1" spc="-85" dirty="0"/>
                        <a:t> </a:t>
                      </a:r>
                      <a:r>
                        <a:rPr sz="2000" b="1" spc="-10" dirty="0"/>
                        <a:t>pointer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25" dirty="0"/>
                        <a:t>x3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270"/>
                        </a:lnSpc>
                      </a:pPr>
                      <a:r>
                        <a:rPr sz="2000" b="1" spc="-25" dirty="0"/>
                        <a:t>gp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dirty="0"/>
                        <a:t>global</a:t>
                      </a:r>
                      <a:r>
                        <a:rPr sz="2000" b="1" spc="-35" dirty="0"/>
                        <a:t> </a:t>
                      </a:r>
                      <a:r>
                        <a:rPr sz="2000" b="1" spc="-10" dirty="0"/>
                        <a:t>pointer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25" dirty="0"/>
                        <a:t>x4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270"/>
                        </a:lnSpc>
                      </a:pPr>
                      <a:r>
                        <a:rPr sz="2000" b="1" spc="-25" dirty="0"/>
                        <a:t>tp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dirty="0"/>
                        <a:t>thread</a:t>
                      </a:r>
                      <a:r>
                        <a:rPr sz="2000" b="1" spc="-75" dirty="0"/>
                        <a:t> </a:t>
                      </a:r>
                      <a:r>
                        <a:rPr sz="2000" b="1" spc="-10" dirty="0"/>
                        <a:t>pointer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25" dirty="0"/>
                        <a:t>x5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270"/>
                        </a:lnSpc>
                      </a:pPr>
                      <a:r>
                        <a:rPr sz="2000" b="1" spc="-25" dirty="0"/>
                        <a:t>t0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10" dirty="0"/>
                        <a:t>temporary</a:t>
                      </a:r>
                      <a:r>
                        <a:rPr sz="2000" b="1" spc="-60" dirty="0"/>
                        <a:t> </a:t>
                      </a:r>
                      <a:r>
                        <a:rPr sz="2000" b="1" spc="-10" dirty="0"/>
                        <a:t>(alternate</a:t>
                      </a:r>
                      <a:r>
                        <a:rPr sz="2000" b="1" spc="-60" dirty="0"/>
                        <a:t> </a:t>
                      </a:r>
                      <a:r>
                        <a:rPr sz="2000" b="1" dirty="0"/>
                        <a:t>return</a:t>
                      </a:r>
                      <a:r>
                        <a:rPr sz="2000" b="1" spc="-55" dirty="0"/>
                        <a:t> </a:t>
                      </a:r>
                      <a:r>
                        <a:rPr sz="2000" b="1" spc="-10" dirty="0"/>
                        <a:t>address)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10" dirty="0"/>
                        <a:t>x6-</a:t>
                      </a:r>
                      <a:r>
                        <a:rPr sz="2000" b="1" spc="-50" dirty="0"/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270"/>
                        </a:lnSpc>
                      </a:pPr>
                      <a:r>
                        <a:rPr sz="2000" b="1" spc="-10" dirty="0"/>
                        <a:t>t1-</a:t>
                      </a:r>
                      <a:r>
                        <a:rPr sz="2000" b="1" spc="-50" dirty="0"/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10" dirty="0"/>
                        <a:t>temporary</a:t>
                      </a:r>
                      <a:r>
                        <a:rPr sz="2000" b="1" spc="-40" dirty="0"/>
                        <a:t> </a:t>
                      </a:r>
                      <a:r>
                        <a:rPr sz="2000" b="1" spc="-10" dirty="0"/>
                        <a:t>registers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25" dirty="0"/>
                        <a:t>x8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270"/>
                        </a:lnSpc>
                      </a:pPr>
                      <a:r>
                        <a:rPr sz="2000" b="1" spc="-10" dirty="0"/>
                        <a:t>s0/fp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dirty="0"/>
                        <a:t>saved</a:t>
                      </a:r>
                      <a:r>
                        <a:rPr sz="2000" b="1" spc="-65" dirty="0"/>
                        <a:t> </a:t>
                      </a:r>
                      <a:r>
                        <a:rPr sz="2000" b="1" spc="-10" dirty="0"/>
                        <a:t>register</a:t>
                      </a:r>
                      <a:r>
                        <a:rPr sz="2000" b="1" spc="-60" dirty="0"/>
                        <a:t> </a:t>
                      </a:r>
                      <a:r>
                        <a:rPr sz="2000" b="1" dirty="0"/>
                        <a:t>/</a:t>
                      </a:r>
                      <a:r>
                        <a:rPr sz="2000" b="1" spc="-60" dirty="0"/>
                        <a:t> </a:t>
                      </a:r>
                      <a:r>
                        <a:rPr sz="2000" b="1" dirty="0"/>
                        <a:t>frame</a:t>
                      </a:r>
                      <a:r>
                        <a:rPr sz="2000" b="1" spc="-60" dirty="0"/>
                        <a:t> </a:t>
                      </a:r>
                      <a:r>
                        <a:rPr sz="2000" b="1" spc="-10" dirty="0"/>
                        <a:t>pointer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25" dirty="0"/>
                        <a:t>x9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270"/>
                        </a:lnSpc>
                      </a:pPr>
                      <a:r>
                        <a:rPr sz="2000" b="1" spc="-25" dirty="0"/>
                        <a:t>s1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dirty="0"/>
                        <a:t>saved</a:t>
                      </a:r>
                      <a:r>
                        <a:rPr sz="2000" b="1" spc="-100" dirty="0"/>
                        <a:t> </a:t>
                      </a:r>
                      <a:r>
                        <a:rPr sz="2000" b="1" spc="-10" dirty="0"/>
                        <a:t>register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10" dirty="0"/>
                        <a:t>x10-</a:t>
                      </a:r>
                      <a:r>
                        <a:rPr sz="2000" b="1" spc="-25" dirty="0"/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270"/>
                        </a:lnSpc>
                      </a:pPr>
                      <a:r>
                        <a:rPr sz="2000" b="1" spc="-10" dirty="0"/>
                        <a:t>a0-</a:t>
                      </a:r>
                      <a:r>
                        <a:rPr sz="2000" b="1" spc="-50" dirty="0"/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dirty="0"/>
                        <a:t>function</a:t>
                      </a:r>
                      <a:r>
                        <a:rPr sz="2000" b="1" spc="-65" dirty="0"/>
                        <a:t> </a:t>
                      </a:r>
                      <a:r>
                        <a:rPr sz="2000" b="1" spc="-10" dirty="0"/>
                        <a:t>arguments</a:t>
                      </a:r>
                      <a:r>
                        <a:rPr sz="2000" b="1" spc="-70" dirty="0"/>
                        <a:t> </a:t>
                      </a:r>
                      <a:r>
                        <a:rPr sz="2000" b="1" dirty="0"/>
                        <a:t>and</a:t>
                      </a:r>
                      <a:r>
                        <a:rPr sz="2000" b="1" spc="-60" dirty="0"/>
                        <a:t> </a:t>
                      </a:r>
                      <a:r>
                        <a:rPr sz="2000" b="1" dirty="0"/>
                        <a:t>return</a:t>
                      </a:r>
                      <a:r>
                        <a:rPr sz="2000" b="1" spc="-65" dirty="0"/>
                        <a:t> </a:t>
                      </a:r>
                      <a:r>
                        <a:rPr sz="2000" b="1" spc="-10" dirty="0"/>
                        <a:t>value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10" dirty="0"/>
                        <a:t>x12-</a:t>
                      </a:r>
                      <a:r>
                        <a:rPr sz="2000" b="1" spc="-25" dirty="0"/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270"/>
                        </a:lnSpc>
                      </a:pPr>
                      <a:r>
                        <a:rPr sz="2000" b="1" spc="-10" dirty="0"/>
                        <a:t>a2-</a:t>
                      </a:r>
                      <a:r>
                        <a:rPr sz="2000" b="1" spc="-50" dirty="0"/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dirty="0"/>
                        <a:t>function</a:t>
                      </a:r>
                      <a:r>
                        <a:rPr sz="2000" b="1" spc="-65" dirty="0"/>
                        <a:t> </a:t>
                      </a:r>
                      <a:r>
                        <a:rPr sz="2000" b="1" spc="-10" dirty="0"/>
                        <a:t>arguments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10" dirty="0"/>
                        <a:t>x18-</a:t>
                      </a:r>
                      <a:r>
                        <a:rPr sz="2000" b="1" spc="-25" dirty="0"/>
                        <a:t>27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270"/>
                        </a:lnSpc>
                      </a:pPr>
                      <a:r>
                        <a:rPr sz="2000" b="1" dirty="0"/>
                        <a:t>s2-</a:t>
                      </a:r>
                      <a:r>
                        <a:rPr sz="2000" b="1" spc="-25" dirty="0"/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dirty="0"/>
                        <a:t>saved</a:t>
                      </a:r>
                      <a:r>
                        <a:rPr sz="2000" b="1" spc="-100" dirty="0"/>
                        <a:t> </a:t>
                      </a:r>
                      <a:r>
                        <a:rPr sz="2000" b="1" spc="-10" dirty="0"/>
                        <a:t>registers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10" dirty="0"/>
                        <a:t>x28-</a:t>
                      </a:r>
                      <a:r>
                        <a:rPr sz="2000" b="1" spc="-25" dirty="0"/>
                        <a:t>31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270"/>
                        </a:lnSpc>
                      </a:pPr>
                      <a:r>
                        <a:rPr sz="2000" b="1" spc="-10" dirty="0"/>
                        <a:t>t3-</a:t>
                      </a:r>
                      <a:r>
                        <a:rPr sz="2000" b="1" spc="-50" dirty="0"/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70"/>
                        </a:lnSpc>
                      </a:pPr>
                      <a:r>
                        <a:rPr sz="2000" b="1" spc="-10" dirty="0"/>
                        <a:t>temporary</a:t>
                      </a:r>
                      <a:r>
                        <a:rPr sz="2000" b="1" spc="-40" dirty="0"/>
                        <a:t> </a:t>
                      </a:r>
                      <a:r>
                        <a:rPr sz="2000" b="1" spc="-10" dirty="0"/>
                        <a:t>registers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FAF9B43B-E6C0-D1A6-BE2B-05351468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59"/>
            <a:ext cx="11355091" cy="688759"/>
          </a:xfrm>
        </p:spPr>
        <p:txBody>
          <a:bodyPr lIns="91440" tIns="45720" rIns="91440" bIns="45720" anchor="t">
            <a:normAutofit fontScale="90000"/>
          </a:bodyPr>
          <a:lstStyle/>
          <a:p>
            <a:r>
              <a:rPr lang="en-US" sz="4500" b="1" dirty="0">
                <a:solidFill>
                  <a:schemeClr val="tx1"/>
                </a:solidFill>
                <a:ea typeface="Calibri"/>
                <a:cs typeface="Calibri"/>
              </a:rPr>
              <a:t>RISK-V Integer Instructions.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533400" y="838200"/>
            <a:ext cx="11049000" cy="1360629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610"/>
              </a:spcBef>
            </a:pPr>
            <a:r>
              <a:rPr sz="3200" dirty="0">
                <a:latin typeface="Calibri"/>
                <a:cs typeface="Calibri"/>
              </a:rPr>
              <a:t>What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piece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represent?</a:t>
            </a:r>
            <a:endParaRPr sz="3200" dirty="0">
              <a:latin typeface="Calibri"/>
              <a:cs typeface="Calibri"/>
            </a:endParaRPr>
          </a:p>
          <a:p>
            <a:pPr marL="95885" algn="ctr">
              <a:lnSpc>
                <a:spcPct val="100000"/>
              </a:lnSpc>
              <a:spcBef>
                <a:spcPts val="1475"/>
              </a:spcBef>
              <a:tabLst>
                <a:tab pos="1062990" algn="l"/>
                <a:tab pos="2030095" algn="l"/>
                <a:tab pos="2997200" algn="l"/>
                <a:tab pos="3964304" algn="l"/>
                <a:tab pos="4931410" algn="l"/>
                <a:tab pos="5898515" algn="l"/>
                <a:tab pos="6865620" algn="l"/>
              </a:tabLst>
            </a:pPr>
            <a:r>
              <a:rPr lang="en-US" sz="3050" b="1" spc="-20" dirty="0">
                <a:latin typeface="Calibri"/>
                <a:cs typeface="Calibri"/>
              </a:rPr>
              <a:t>1000</a:t>
            </a:r>
            <a:r>
              <a:rPr lang="en-US" sz="3050" b="1" dirty="0">
                <a:latin typeface="Calibri"/>
                <a:cs typeface="Calibri"/>
              </a:rPr>
              <a:t>	</a:t>
            </a:r>
            <a:r>
              <a:rPr lang="en-US" sz="3050" b="1" spc="-20" dirty="0">
                <a:latin typeface="Calibri"/>
                <a:cs typeface="Calibri"/>
              </a:rPr>
              <a:t>0010</a:t>
            </a:r>
            <a:r>
              <a:rPr lang="en-US" sz="3050" b="1" dirty="0">
                <a:latin typeface="Calibri"/>
                <a:cs typeface="Calibri"/>
              </a:rPr>
              <a:t>	</a:t>
            </a:r>
            <a:r>
              <a:rPr lang="en-US" sz="3050" b="1" spc="-20" dirty="0">
                <a:latin typeface="Calibri"/>
                <a:cs typeface="Calibri"/>
              </a:rPr>
              <a:t>0000</a:t>
            </a:r>
            <a:r>
              <a:rPr lang="en-US" sz="3050" b="1" dirty="0">
                <a:latin typeface="Calibri"/>
                <a:cs typeface="Calibri"/>
              </a:rPr>
              <a:t>	</a:t>
            </a:r>
            <a:r>
              <a:rPr lang="en-US" sz="3050" b="1" spc="-20" dirty="0">
                <a:latin typeface="Calibri"/>
                <a:cs typeface="Calibri"/>
              </a:rPr>
              <a:t>0100</a:t>
            </a:r>
            <a:r>
              <a:rPr lang="en-US" sz="3050" b="1" dirty="0">
                <a:latin typeface="Calibri"/>
                <a:cs typeface="Calibri"/>
              </a:rPr>
              <a:t>	</a:t>
            </a:r>
            <a:r>
              <a:rPr lang="en-US" sz="3050" b="1" spc="-20" dirty="0">
                <a:latin typeface="Calibri"/>
                <a:cs typeface="Calibri"/>
              </a:rPr>
              <a:t>0000</a:t>
            </a:r>
            <a:r>
              <a:rPr lang="en-US" sz="3050" b="1" dirty="0">
                <a:latin typeface="Calibri"/>
                <a:cs typeface="Calibri"/>
              </a:rPr>
              <a:t>	</a:t>
            </a:r>
            <a:r>
              <a:rPr lang="en-US" sz="3050" b="1" spc="-20" dirty="0">
                <a:latin typeface="Calibri"/>
                <a:cs typeface="Calibri"/>
              </a:rPr>
              <a:t>1100</a:t>
            </a:r>
            <a:r>
              <a:rPr lang="en-US" sz="3050" b="1" dirty="0">
                <a:latin typeface="Calibri"/>
                <a:cs typeface="Calibri"/>
              </a:rPr>
              <a:t>	</a:t>
            </a:r>
            <a:r>
              <a:rPr lang="en-US" sz="3050" b="1" spc="-20" dirty="0">
                <a:latin typeface="Calibri"/>
                <a:cs typeface="Calibri"/>
              </a:rPr>
              <a:t>0110</a:t>
            </a:r>
            <a:r>
              <a:rPr lang="en-US" sz="3050" b="1" dirty="0">
                <a:latin typeface="Calibri"/>
                <a:cs typeface="Calibri"/>
              </a:rPr>
              <a:t>	</a:t>
            </a:r>
            <a:r>
              <a:rPr lang="en-US" sz="3050" b="1" spc="-20" dirty="0">
                <a:latin typeface="Calibri"/>
                <a:cs typeface="Calibri"/>
              </a:rPr>
              <a:t>0011</a:t>
            </a:r>
            <a:endParaRPr lang="en-US" sz="3050" b="1" dirty="0">
              <a:latin typeface="Calibri"/>
              <a:cs typeface="Calibr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FC5E608-BD74-428D-FBD7-03EF65BDD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59"/>
            <a:ext cx="11355091" cy="688760"/>
          </a:xfrm>
        </p:spPr>
        <p:txBody>
          <a:bodyPr lIns="91440" tIns="45720" rIns="91440" bIns="45720" anchor="t">
            <a:normAutofit fontScale="90000"/>
          </a:bodyPr>
          <a:lstStyle/>
          <a:p>
            <a:r>
              <a:rPr lang="en-US" sz="4500" b="1" dirty="0">
                <a:solidFill>
                  <a:schemeClr val="tx1"/>
                </a:solidFill>
                <a:ea typeface="Calibri"/>
                <a:cs typeface="Calibri"/>
              </a:rPr>
              <a:t>What Data Means.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F6559-F664-A5FA-CE87-CA422BC45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AC78B3D4-8384-A0F0-B2E7-658DC9E0DCFA}"/>
              </a:ext>
            </a:extLst>
          </p:cNvPr>
          <p:cNvSpPr txBox="1"/>
          <p:nvPr/>
        </p:nvSpPr>
        <p:spPr>
          <a:xfrm>
            <a:off x="609600" y="3429000"/>
            <a:ext cx="10972799" cy="27303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617980">
              <a:lnSpc>
                <a:spcPct val="115399"/>
              </a:lnSpc>
              <a:spcBef>
                <a:spcPts val="95"/>
              </a:spcBef>
            </a:pPr>
            <a:r>
              <a:rPr lang="en-US" sz="3050" dirty="0">
                <a:cs typeface="Calibri"/>
              </a:rPr>
              <a:t>It</a:t>
            </a:r>
            <a:r>
              <a:rPr lang="en-US" sz="3050" spc="-5" dirty="0">
                <a:cs typeface="Calibri"/>
              </a:rPr>
              <a:t> </a:t>
            </a:r>
            <a:r>
              <a:rPr lang="en-US" sz="3050" dirty="0">
                <a:cs typeface="Calibri"/>
              </a:rPr>
              <a:t>depends on</a:t>
            </a:r>
            <a:r>
              <a:rPr lang="en-US" sz="3050" spc="-5" dirty="0">
                <a:cs typeface="Calibri"/>
              </a:rPr>
              <a:t> </a:t>
            </a:r>
            <a:r>
              <a:rPr lang="en-US" sz="3050" dirty="0">
                <a:cs typeface="Calibri"/>
              </a:rPr>
              <a:t>the</a:t>
            </a:r>
            <a:r>
              <a:rPr lang="en-US" sz="3050" spc="5" dirty="0">
                <a:cs typeface="Calibri"/>
              </a:rPr>
              <a:t> </a:t>
            </a:r>
            <a:r>
              <a:rPr lang="en-US" sz="3050" b="1" dirty="0">
                <a:cs typeface="Calibri"/>
              </a:rPr>
              <a:t>data</a:t>
            </a:r>
            <a:r>
              <a:rPr lang="en-US" sz="3050" b="1" spc="-5" dirty="0">
                <a:cs typeface="Calibri"/>
              </a:rPr>
              <a:t> </a:t>
            </a:r>
            <a:r>
              <a:rPr lang="en-US" sz="3050" b="1" spc="-10" dirty="0">
                <a:cs typeface="Calibri"/>
              </a:rPr>
              <a:t>representation </a:t>
            </a:r>
            <a:r>
              <a:rPr lang="en-US" sz="3050" dirty="0">
                <a:cs typeface="Calibri"/>
              </a:rPr>
              <a:t>and </a:t>
            </a:r>
            <a:r>
              <a:rPr lang="en-US" sz="3050" b="1" spc="-10" dirty="0">
                <a:cs typeface="Calibri"/>
              </a:rPr>
              <a:t>context.</a:t>
            </a:r>
            <a:endParaRPr lang="en-US" sz="3050" dirty="0">
              <a:cs typeface="Calibri"/>
            </a:endParaRPr>
          </a:p>
          <a:p>
            <a:pPr marL="12700" marR="1617980">
              <a:lnSpc>
                <a:spcPct val="115399"/>
              </a:lnSpc>
              <a:spcBef>
                <a:spcPts val="95"/>
              </a:spcBef>
            </a:pPr>
            <a:r>
              <a:rPr lang="en-US" sz="3050" spc="-10" dirty="0">
                <a:latin typeface="Calibri"/>
                <a:cs typeface="Calibri"/>
              </a:rPr>
              <a:t>- </a:t>
            </a:r>
            <a:r>
              <a:rPr sz="3050" spc="-10" dirty="0">
                <a:latin typeface="Calibri"/>
                <a:cs typeface="Calibri"/>
              </a:rPr>
              <a:t>Integer? </a:t>
            </a:r>
            <a:r>
              <a:rPr sz="3050" dirty="0">
                <a:latin typeface="Calibri"/>
                <a:cs typeface="Calibri"/>
              </a:rPr>
              <a:t>Floating</a:t>
            </a:r>
            <a:r>
              <a:rPr sz="3050" spc="-3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point?</a:t>
            </a:r>
            <a:endParaRPr sz="3050" dirty="0">
              <a:latin typeface="Calibri"/>
              <a:cs typeface="Calibri"/>
            </a:endParaRPr>
          </a:p>
          <a:p>
            <a:pPr marL="12700" marR="5080">
              <a:lnSpc>
                <a:spcPct val="115399"/>
              </a:lnSpc>
            </a:pPr>
            <a:r>
              <a:rPr lang="en-US" sz="3050" dirty="0">
                <a:latin typeface="Calibri"/>
                <a:cs typeface="Calibri"/>
              </a:rPr>
              <a:t>- </a:t>
            </a:r>
            <a:r>
              <a:rPr sz="3050" dirty="0">
                <a:latin typeface="Calibri"/>
                <a:cs typeface="Calibri"/>
              </a:rPr>
              <a:t>Alphanumeric</a:t>
            </a:r>
            <a:r>
              <a:rPr sz="3050" spc="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character?</a:t>
            </a:r>
            <a:endParaRPr lang="en-US" sz="3050" spc="-10" dirty="0">
              <a:latin typeface="Calibri"/>
              <a:cs typeface="Calibri"/>
            </a:endParaRPr>
          </a:p>
          <a:p>
            <a:pPr marL="12700" marR="5080">
              <a:lnSpc>
                <a:spcPct val="115399"/>
              </a:lnSpc>
            </a:pPr>
            <a:r>
              <a:rPr lang="en-US" sz="3050" dirty="0">
                <a:latin typeface="Calibri"/>
                <a:cs typeface="Calibri"/>
              </a:rPr>
              <a:t>- </a:t>
            </a:r>
            <a:r>
              <a:rPr sz="3050" dirty="0">
                <a:latin typeface="Calibri"/>
                <a:cs typeface="Calibri"/>
              </a:rPr>
              <a:t>A</a:t>
            </a:r>
            <a:r>
              <a:rPr sz="3050" spc="10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machine</a:t>
            </a:r>
            <a:r>
              <a:rPr sz="3050" spc="1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instruction?</a:t>
            </a:r>
            <a:endParaRPr sz="3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en-US" sz="3050" spc="-10" dirty="0">
                <a:latin typeface="Calibri"/>
                <a:cs typeface="Calibri"/>
              </a:rPr>
              <a:t>- </a:t>
            </a:r>
            <a:r>
              <a:rPr sz="3050" spc="-10" dirty="0">
                <a:latin typeface="Calibri"/>
                <a:cs typeface="Calibri"/>
              </a:rPr>
              <a:t>Other?</a:t>
            </a:r>
            <a:endParaRPr sz="3050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B369613-A7E9-3AD1-270A-D7DB05CF7F23}"/>
              </a:ext>
            </a:extLst>
          </p:cNvPr>
          <p:cNvSpPr txBox="1"/>
          <p:nvPr/>
        </p:nvSpPr>
        <p:spPr>
          <a:xfrm>
            <a:off x="533400" y="838200"/>
            <a:ext cx="11049000" cy="1360629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610"/>
              </a:spcBef>
            </a:pPr>
            <a:r>
              <a:rPr sz="3200" dirty="0">
                <a:latin typeface="Calibri"/>
                <a:cs typeface="Calibri"/>
              </a:rPr>
              <a:t>What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piece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represent?</a:t>
            </a:r>
            <a:endParaRPr sz="3200" dirty="0">
              <a:latin typeface="Calibri"/>
              <a:cs typeface="Calibri"/>
            </a:endParaRPr>
          </a:p>
          <a:p>
            <a:pPr marL="95885" algn="ctr">
              <a:lnSpc>
                <a:spcPct val="100000"/>
              </a:lnSpc>
              <a:spcBef>
                <a:spcPts val="1475"/>
              </a:spcBef>
              <a:tabLst>
                <a:tab pos="1062990" algn="l"/>
                <a:tab pos="2030095" algn="l"/>
                <a:tab pos="2997200" algn="l"/>
                <a:tab pos="3964304" algn="l"/>
                <a:tab pos="4931410" algn="l"/>
                <a:tab pos="5898515" algn="l"/>
                <a:tab pos="6865620" algn="l"/>
              </a:tabLst>
            </a:pPr>
            <a:r>
              <a:rPr lang="en-US" sz="3050" b="1" spc="-20" dirty="0">
                <a:latin typeface="Calibri"/>
                <a:cs typeface="Calibri"/>
              </a:rPr>
              <a:t>1000</a:t>
            </a:r>
            <a:r>
              <a:rPr lang="en-US" sz="3050" b="1" dirty="0">
                <a:latin typeface="Calibri"/>
                <a:cs typeface="Calibri"/>
              </a:rPr>
              <a:t>	</a:t>
            </a:r>
            <a:r>
              <a:rPr lang="en-US" sz="3050" b="1" spc="-20" dirty="0">
                <a:latin typeface="Calibri"/>
                <a:cs typeface="Calibri"/>
              </a:rPr>
              <a:t>0010</a:t>
            </a:r>
            <a:r>
              <a:rPr lang="en-US" sz="3050" b="1" dirty="0">
                <a:latin typeface="Calibri"/>
                <a:cs typeface="Calibri"/>
              </a:rPr>
              <a:t>	</a:t>
            </a:r>
            <a:r>
              <a:rPr lang="en-US" sz="3050" b="1" spc="-20" dirty="0">
                <a:latin typeface="Calibri"/>
                <a:cs typeface="Calibri"/>
              </a:rPr>
              <a:t>0000</a:t>
            </a:r>
            <a:r>
              <a:rPr lang="en-US" sz="3050" b="1" dirty="0">
                <a:latin typeface="Calibri"/>
                <a:cs typeface="Calibri"/>
              </a:rPr>
              <a:t>	</a:t>
            </a:r>
            <a:r>
              <a:rPr lang="en-US" sz="3050" b="1" spc="-20" dirty="0">
                <a:latin typeface="Calibri"/>
                <a:cs typeface="Calibri"/>
              </a:rPr>
              <a:t>0100</a:t>
            </a:r>
            <a:r>
              <a:rPr lang="en-US" sz="3050" b="1" dirty="0">
                <a:latin typeface="Calibri"/>
                <a:cs typeface="Calibri"/>
              </a:rPr>
              <a:t>	</a:t>
            </a:r>
            <a:r>
              <a:rPr lang="en-US" sz="3050" b="1" spc="-20" dirty="0">
                <a:latin typeface="Calibri"/>
                <a:cs typeface="Calibri"/>
              </a:rPr>
              <a:t>0000</a:t>
            </a:r>
            <a:r>
              <a:rPr lang="en-US" sz="3050" b="1" dirty="0">
                <a:latin typeface="Calibri"/>
                <a:cs typeface="Calibri"/>
              </a:rPr>
              <a:t>	</a:t>
            </a:r>
            <a:r>
              <a:rPr lang="en-US" sz="3050" b="1" spc="-20" dirty="0">
                <a:latin typeface="Calibri"/>
                <a:cs typeface="Calibri"/>
              </a:rPr>
              <a:t>1100</a:t>
            </a:r>
            <a:r>
              <a:rPr lang="en-US" sz="3050" b="1" dirty="0">
                <a:latin typeface="Calibri"/>
                <a:cs typeface="Calibri"/>
              </a:rPr>
              <a:t>	</a:t>
            </a:r>
            <a:r>
              <a:rPr lang="en-US" sz="3050" b="1" spc="-20" dirty="0">
                <a:latin typeface="Calibri"/>
                <a:cs typeface="Calibri"/>
              </a:rPr>
              <a:t>0110</a:t>
            </a:r>
            <a:r>
              <a:rPr lang="en-US" sz="3050" b="1" dirty="0">
                <a:latin typeface="Calibri"/>
                <a:cs typeface="Calibri"/>
              </a:rPr>
              <a:t>	</a:t>
            </a:r>
            <a:r>
              <a:rPr lang="en-US" sz="3050" b="1" spc="-20" dirty="0">
                <a:latin typeface="Calibri"/>
                <a:cs typeface="Calibri"/>
              </a:rPr>
              <a:t>0011</a:t>
            </a:r>
            <a:endParaRPr lang="en-US" sz="3050" b="1" dirty="0">
              <a:latin typeface="Calibri"/>
              <a:cs typeface="Calibr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D2483B-7A73-B2DF-B526-21528FA96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701597"/>
          </a:xfrm>
        </p:spPr>
        <p:txBody>
          <a:bodyPr lIns="91440" tIns="45720" rIns="91440" bIns="45720" anchor="t">
            <a:normAutofit fontScale="90000"/>
          </a:bodyPr>
          <a:lstStyle/>
          <a:p>
            <a:r>
              <a:rPr lang="en-US" sz="4500" b="1" dirty="0">
                <a:solidFill>
                  <a:schemeClr val="tx1"/>
                </a:solidFill>
                <a:ea typeface="Calibri"/>
                <a:cs typeface="Calibri"/>
              </a:rPr>
              <a:t>What Data Means.</a:t>
            </a:r>
          </a:p>
        </p:txBody>
      </p:sp>
    </p:spTree>
    <p:extLst>
      <p:ext uri="{BB962C8B-B14F-4D97-AF65-F5344CB8AC3E}">
        <p14:creationId xmlns:p14="http://schemas.microsoft.com/office/powerpoint/2010/main" val="1373767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09600" y="1600200"/>
            <a:ext cx="10972800" cy="4571999"/>
          </a:xfrm>
          <a:prstGeom prst="rect">
            <a:avLst/>
          </a:prstGeom>
        </p:spPr>
        <p:txBody>
          <a:bodyPr vert="horz" wrap="square" lIns="0" tIns="17145" rIns="0" bIns="0" rtlCol="0">
            <a:noAutofit/>
          </a:bodyPr>
          <a:lstStyle/>
          <a:p>
            <a:pPr marL="131445" marR="5080" indent="-119380" algn="ctr">
              <a:lnSpc>
                <a:spcPct val="100000"/>
              </a:lnSpc>
              <a:spcBef>
                <a:spcPts val="135"/>
              </a:spcBef>
            </a:pPr>
            <a:r>
              <a:rPr sz="3750" b="1" dirty="0">
                <a:latin typeface="Calibri"/>
                <a:cs typeface="Calibri"/>
              </a:rPr>
              <a:t>American</a:t>
            </a:r>
            <a:r>
              <a:rPr sz="3750" b="1" spc="-25" dirty="0">
                <a:latin typeface="Calibri"/>
                <a:cs typeface="Calibri"/>
              </a:rPr>
              <a:t> </a:t>
            </a:r>
            <a:r>
              <a:rPr sz="3750" b="1" dirty="0">
                <a:latin typeface="Calibri"/>
                <a:cs typeface="Calibri"/>
              </a:rPr>
              <a:t>Standard</a:t>
            </a:r>
            <a:r>
              <a:rPr sz="3750" b="1" spc="-30" dirty="0">
                <a:latin typeface="Calibri"/>
                <a:cs typeface="Calibri"/>
              </a:rPr>
              <a:t> </a:t>
            </a:r>
            <a:r>
              <a:rPr sz="3750" b="1" dirty="0">
                <a:latin typeface="Calibri"/>
                <a:cs typeface="Calibri"/>
              </a:rPr>
              <a:t>Code</a:t>
            </a:r>
            <a:r>
              <a:rPr sz="3750" b="1" spc="-25" dirty="0">
                <a:latin typeface="Calibri"/>
                <a:cs typeface="Calibri"/>
              </a:rPr>
              <a:t> </a:t>
            </a:r>
            <a:r>
              <a:rPr sz="3750" b="1" dirty="0">
                <a:latin typeface="Calibri"/>
                <a:cs typeface="Calibri"/>
              </a:rPr>
              <a:t>for</a:t>
            </a:r>
            <a:r>
              <a:rPr sz="3750" b="1" spc="-25" dirty="0">
                <a:latin typeface="Calibri"/>
                <a:cs typeface="Calibri"/>
              </a:rPr>
              <a:t> </a:t>
            </a:r>
            <a:r>
              <a:rPr sz="3750" b="1" spc="-10" dirty="0">
                <a:latin typeface="Calibri"/>
                <a:cs typeface="Calibri"/>
              </a:rPr>
              <a:t>Information Interchange</a:t>
            </a:r>
            <a:r>
              <a:rPr lang="en-US" sz="3750" b="1" spc="-10" dirty="0">
                <a:latin typeface="Calibri"/>
                <a:cs typeface="Calibri"/>
              </a:rPr>
              <a:t> (ASCII)</a:t>
            </a:r>
          </a:p>
          <a:p>
            <a:pPr marL="131445" marR="5080" indent="-119380" algn="ctr">
              <a:lnSpc>
                <a:spcPct val="100000"/>
              </a:lnSpc>
              <a:spcBef>
                <a:spcPts val="135"/>
              </a:spcBef>
            </a:pPr>
            <a:endParaRPr lang="en-US" sz="3750" b="1" spc="-10" dirty="0">
              <a:latin typeface="Calibri"/>
              <a:cs typeface="Calibri"/>
            </a:endParaRPr>
          </a:p>
          <a:p>
            <a:pPr marL="131445" marR="5080" indent="-119380">
              <a:lnSpc>
                <a:spcPct val="100000"/>
              </a:lnSpc>
              <a:spcBef>
                <a:spcPts val="135"/>
              </a:spcBef>
            </a:pPr>
            <a:r>
              <a:rPr lang="en-US" sz="3600" spc="-10" dirty="0">
                <a:latin typeface="Calibri"/>
                <a:cs typeface="Calibri"/>
              </a:rPr>
              <a:t>- Encode </a:t>
            </a:r>
            <a:r>
              <a:rPr lang="en-US" sz="3600" i="1" spc="-10" dirty="0">
                <a:latin typeface="Calibri"/>
                <a:cs typeface="Calibri"/>
              </a:rPr>
              <a:t>alpha-numeric</a:t>
            </a:r>
            <a:r>
              <a:rPr lang="en-US" sz="3600" spc="-10" dirty="0">
                <a:latin typeface="Calibri"/>
                <a:cs typeface="Calibri"/>
              </a:rPr>
              <a:t> symbols with </a:t>
            </a:r>
            <a:r>
              <a:rPr lang="en-US" sz="3600" b="1" spc="-10" dirty="0">
                <a:latin typeface="Calibri"/>
                <a:cs typeface="Calibri"/>
              </a:rPr>
              <a:t>7 bits</a:t>
            </a:r>
            <a:r>
              <a:rPr lang="en-US" sz="3600" spc="-10" dirty="0">
                <a:latin typeface="Calibri"/>
                <a:cs typeface="Calibri"/>
              </a:rPr>
              <a:t>.</a:t>
            </a:r>
          </a:p>
          <a:p>
            <a:pPr marL="131445" marR="5080" indent="-119380">
              <a:lnSpc>
                <a:spcPct val="100000"/>
              </a:lnSpc>
              <a:spcBef>
                <a:spcPts val="135"/>
              </a:spcBef>
            </a:pPr>
            <a:r>
              <a:rPr lang="en-US" sz="3600" spc="-10" dirty="0">
                <a:latin typeface="Calibri"/>
                <a:cs typeface="Calibri"/>
              </a:rPr>
              <a:t>- Store in </a:t>
            </a:r>
            <a:r>
              <a:rPr lang="en-US" sz="3600" b="1" spc="-10" dirty="0">
                <a:latin typeface="Calibri"/>
                <a:cs typeface="Calibri"/>
              </a:rPr>
              <a:t>8 bits</a:t>
            </a:r>
            <a:r>
              <a:rPr lang="en-US" sz="3600" spc="-10" dirty="0">
                <a:latin typeface="Calibri"/>
                <a:cs typeface="Calibri"/>
              </a:rPr>
              <a:t>, </a:t>
            </a:r>
            <a:r>
              <a:rPr lang="en-US" sz="3600" u="sng" spc="-10" dirty="0">
                <a:latin typeface="Calibri"/>
                <a:cs typeface="Calibri"/>
              </a:rPr>
              <a:t>upper bit</a:t>
            </a:r>
            <a:r>
              <a:rPr lang="en-US" sz="3600" spc="-10" dirty="0">
                <a:latin typeface="Calibri"/>
                <a:cs typeface="Calibri"/>
              </a:rPr>
              <a:t> is reserved</a:t>
            </a:r>
          </a:p>
          <a:p>
            <a:pPr marL="131445" marR="5080" indent="-119380">
              <a:lnSpc>
                <a:spcPct val="100000"/>
              </a:lnSpc>
              <a:spcBef>
                <a:spcPts val="135"/>
              </a:spcBef>
            </a:pPr>
            <a:r>
              <a:rPr lang="en-US" sz="3600" spc="-10" dirty="0">
                <a:latin typeface="Calibri"/>
                <a:cs typeface="Calibri"/>
              </a:rPr>
              <a:t>- Can represent </a:t>
            </a:r>
            <a:r>
              <a:rPr lang="en-US" sz="3600" b="1" spc="-10" dirty="0">
                <a:latin typeface="Calibri"/>
                <a:cs typeface="Calibri"/>
              </a:rPr>
              <a:t>128 characters.</a:t>
            </a:r>
            <a:endParaRPr sz="3600" b="1" dirty="0">
              <a:latin typeface="Calibri"/>
              <a:cs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4B4EFE9-A8CC-9296-16CC-602AED6980EC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wrap="square" lIns="91440" tIns="45720" rIns="91440" bIns="45720" anchor="t">
            <a:normAutofit fontScale="90000" lnSpcReduction="10000"/>
          </a:bodyPr>
          <a:lstStyle>
            <a:lvl1pPr algn="ctr" defTabSz="914377" rtl="0" eaLnBrk="1" latinLnBrk="0" hangingPunct="1">
              <a:spcBef>
                <a:spcPct val="0"/>
              </a:spcBef>
              <a:buNone/>
              <a:defRPr sz="4400" b="1" i="0" kern="1200">
                <a:solidFill>
                  <a:srgbClr val="895D1D"/>
                </a:solidFill>
                <a:latin typeface="Calibri"/>
                <a:ea typeface="+mj-ea"/>
                <a:cs typeface="Calibri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500" dirty="0">
                <a:solidFill>
                  <a:schemeClr val="tx1"/>
                </a:solidFill>
                <a:ea typeface="Calibri"/>
              </a:rPr>
              <a:t>Humans Need Characters and Strings.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117" y="995374"/>
            <a:ext cx="10753557" cy="50129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23857" y="6192520"/>
            <a:ext cx="63442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Null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char</a:t>
            </a:r>
            <a:r>
              <a:rPr lang="en-US" sz="2800" dirty="0">
                <a:latin typeface="Calibri"/>
                <a:cs typeface="Calibri"/>
              </a:rPr>
              <a:t>acter</a:t>
            </a:r>
            <a:r>
              <a:rPr lang="en-US" sz="2800" spc="-35" dirty="0">
                <a:latin typeface="Calibri"/>
                <a:cs typeface="Calibri"/>
              </a:rPr>
              <a:t> (</a:t>
            </a:r>
            <a:r>
              <a:rPr sz="2800" dirty="0">
                <a:latin typeface="Calibri"/>
                <a:cs typeface="Calibri"/>
              </a:rPr>
              <a:t>marks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string</a:t>
            </a:r>
            <a:r>
              <a:rPr lang="en-US" sz="2800" spc="-1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73117" y="446088"/>
            <a:ext cx="11009284" cy="549285"/>
          </a:xfrm>
          <a:prstGeom prst="rect">
            <a:avLst/>
          </a:prstGeom>
        </p:spPr>
        <p:txBody>
          <a:bodyPr vert="horz" wrap="square" lIns="0" tIns="336345" rIns="0" bIns="0" rtlCol="0" anchor="b">
            <a:noAutofit/>
          </a:bodyPr>
          <a:lstStyle/>
          <a:p>
            <a:pPr marL="459740" algn="ctr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Each</a:t>
            </a:r>
            <a:r>
              <a:rPr sz="2800"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character</a:t>
            </a:r>
            <a:r>
              <a:rPr sz="2800"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represented</a:t>
            </a:r>
            <a:r>
              <a:rPr sz="2800"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sz="2800"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8</a:t>
            </a:r>
            <a:r>
              <a:rPr sz="28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bits</a:t>
            </a:r>
            <a:r>
              <a:rPr sz="28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(a</a:t>
            </a:r>
            <a:r>
              <a:rPr sz="28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byte)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2E2F84-1B12-54E3-A851-D2DAEEB809AC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ASCII.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524001" y="1449895"/>
            <a:ext cx="10058400" cy="2893506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txBody>
          <a:bodyPr vert="horz" wrap="square" lIns="0" tIns="81915" rIns="0" bIns="0" rtlCol="0">
            <a:noAutofit/>
          </a:bodyPr>
          <a:lstStyle/>
          <a:p>
            <a:pPr marL="262255">
              <a:lnSpc>
                <a:spcPts val="3229"/>
              </a:lnSpc>
              <a:spcBef>
                <a:spcPts val="645"/>
              </a:spcBef>
              <a:tabLst>
                <a:tab pos="1329055" algn="l"/>
                <a:tab pos="3890010" algn="l"/>
                <a:tab pos="4956810" algn="l"/>
                <a:tab pos="6023610" algn="l"/>
              </a:tabLst>
            </a:pPr>
            <a:r>
              <a:rPr sz="2800" spc="-20" dirty="0">
                <a:latin typeface="Courier New"/>
                <a:cs typeface="Courier New"/>
              </a:rPr>
              <a:t>void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strcpy(char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x[],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char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y[])</a:t>
            </a:r>
            <a:endParaRPr sz="2800" dirty="0">
              <a:latin typeface="Courier New"/>
              <a:cs typeface="Courier New"/>
            </a:endParaRPr>
          </a:p>
          <a:p>
            <a:pPr marL="262255">
              <a:lnSpc>
                <a:spcPts val="3100"/>
              </a:lnSpc>
            </a:pPr>
            <a:r>
              <a:rPr sz="2800" spc="-50" dirty="0">
                <a:latin typeface="Courier New"/>
                <a:cs typeface="Courier New"/>
              </a:rPr>
              <a:t>{</a:t>
            </a:r>
            <a:endParaRPr sz="2800" dirty="0">
              <a:latin typeface="Courier New"/>
              <a:cs typeface="Courier New"/>
            </a:endParaRPr>
          </a:p>
          <a:p>
            <a:pPr marL="719455">
              <a:lnSpc>
                <a:spcPts val="3100"/>
              </a:lnSpc>
              <a:tabLst>
                <a:tab pos="1572895" algn="l"/>
                <a:tab pos="1999614" algn="l"/>
                <a:tab pos="2426335" algn="l"/>
              </a:tabLst>
            </a:pPr>
            <a:r>
              <a:rPr sz="2800" spc="-25" dirty="0">
                <a:latin typeface="Courier New"/>
                <a:cs typeface="Courier New"/>
              </a:rPr>
              <a:t>int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i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=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0;</a:t>
            </a:r>
            <a:endParaRPr sz="2800" dirty="0">
              <a:latin typeface="Courier New"/>
              <a:cs typeface="Courier New"/>
            </a:endParaRPr>
          </a:p>
          <a:p>
            <a:pPr marL="1176655" marR="2531745" indent="-457200">
              <a:lnSpc>
                <a:spcPts val="3100"/>
              </a:lnSpc>
              <a:spcBef>
                <a:spcPts val="190"/>
              </a:spcBef>
              <a:tabLst>
                <a:tab pos="1603375" algn="l"/>
                <a:tab pos="1999614" algn="l"/>
                <a:tab pos="2243455" algn="l"/>
                <a:tab pos="4773930" algn="l"/>
                <a:tab pos="5414010" algn="l"/>
              </a:tabLst>
            </a:pPr>
            <a:r>
              <a:rPr sz="2800" spc="-10" dirty="0">
                <a:latin typeface="Courier New"/>
                <a:cs typeface="Courier New"/>
              </a:rPr>
              <a:t>while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((x[i]=y[i])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!=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‘\0’) </a:t>
            </a:r>
            <a:r>
              <a:rPr sz="2800" spc="-50" dirty="0">
                <a:latin typeface="Courier New"/>
                <a:cs typeface="Courier New"/>
              </a:rPr>
              <a:t>i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+=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1;</a:t>
            </a:r>
            <a:endParaRPr sz="2800" dirty="0">
              <a:latin typeface="Courier New"/>
              <a:cs typeface="Courier New"/>
            </a:endParaRPr>
          </a:p>
          <a:p>
            <a:pPr marL="262255">
              <a:lnSpc>
                <a:spcPts val="3040"/>
              </a:lnSpc>
            </a:pPr>
            <a:r>
              <a:rPr sz="2800" spc="-50" dirty="0">
                <a:latin typeface="Courier New"/>
                <a:cs typeface="Courier New"/>
              </a:rPr>
              <a:t>}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67200" y="685801"/>
            <a:ext cx="4572000" cy="764094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Copy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y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b="1" spc="-50" dirty="0">
                <a:latin typeface="Calibri"/>
                <a:cs typeface="Calibri"/>
              </a:rPr>
              <a:t>x</a:t>
            </a:r>
            <a:endParaRPr sz="3200" b="1" dirty="0">
              <a:latin typeface="Calibri"/>
              <a:cs typeface="Calibr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8638F7-97AD-740B-4B16-27953952E818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String Example.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7">
            <a:extLst>
              <a:ext uri="{FF2B5EF4-FFF2-40B4-BE49-F238E27FC236}">
                <a16:creationId xmlns:a16="http://schemas.microsoft.com/office/drawing/2014/main" id="{8298D913-9288-E8CF-1472-ED9546A7A2C9}"/>
              </a:ext>
            </a:extLst>
          </p:cNvPr>
          <p:cNvSpPr txBox="1"/>
          <p:nvPr/>
        </p:nvSpPr>
        <p:spPr>
          <a:xfrm>
            <a:off x="4319904" y="5105400"/>
            <a:ext cx="7872095" cy="175259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algn="ctr">
              <a:lnSpc>
                <a:spcPct val="113199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Assume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&amp;x[0]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&amp;y[0]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contained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b="1" dirty="0">
                <a:latin typeface="Calibri"/>
                <a:cs typeface="Calibri"/>
              </a:rPr>
              <a:t>a0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a1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registers,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contained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s3</a:t>
            </a:r>
            <a:r>
              <a:rPr sz="3200" spc="-25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02961E65-6A3B-2A18-D8BC-C707C05EF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3325" y="369587"/>
            <a:ext cx="0" cy="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0CDD6D3-569A-2876-5D12-23B39492371A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String Example.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04878" y="1371601"/>
            <a:ext cx="4050029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90"/>
              </a:lnSpc>
              <a:spcBef>
                <a:spcPts val="100"/>
              </a:spcBef>
              <a:tabLst>
                <a:tab pos="561340" algn="l"/>
                <a:tab pos="1475740" algn="l"/>
                <a:tab pos="3121660" algn="l"/>
              </a:tabLst>
            </a:pPr>
            <a:r>
              <a:rPr sz="2400" spc="-25" dirty="0">
                <a:latin typeface="Courier New"/>
                <a:cs typeface="Courier New"/>
              </a:rPr>
              <a:t>//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save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register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value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ts val="2790"/>
              </a:lnSpc>
              <a:tabLst>
                <a:tab pos="561340" algn="l"/>
                <a:tab pos="2573020" algn="l"/>
                <a:tab pos="2938780" algn="l"/>
                <a:tab pos="3487420" algn="l"/>
              </a:tabLst>
            </a:pPr>
            <a:r>
              <a:rPr sz="2400" spc="-25" dirty="0">
                <a:latin typeface="Courier New"/>
                <a:cs typeface="Courier New"/>
              </a:rPr>
              <a:t>//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initialize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to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0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199" y="685801"/>
            <a:ext cx="3226435" cy="1762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9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strcpy:</a:t>
            </a:r>
            <a:endParaRPr sz="2400" dirty="0">
              <a:latin typeface="Courier New"/>
              <a:cs typeface="Courier New"/>
            </a:endParaRPr>
          </a:p>
          <a:p>
            <a:pPr marL="469900" marR="5080">
              <a:lnSpc>
                <a:spcPts val="2700"/>
              </a:lnSpc>
              <a:spcBef>
                <a:spcPts val="150"/>
              </a:spcBef>
              <a:tabLst>
                <a:tab pos="1018540" algn="l"/>
                <a:tab pos="1201420" algn="l"/>
                <a:tab pos="1384300" algn="l"/>
                <a:tab pos="1750060" algn="l"/>
                <a:tab pos="1932939" algn="l"/>
                <a:tab pos="2115820" algn="l"/>
                <a:tab pos="2664460" algn="l"/>
                <a:tab pos="2847340" algn="l"/>
              </a:tabLst>
            </a:pPr>
            <a:r>
              <a:rPr sz="2400" spc="-20" dirty="0">
                <a:latin typeface="Courier New"/>
                <a:cs typeface="Courier New"/>
              </a:rPr>
              <a:t>addi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25" dirty="0">
                <a:latin typeface="Courier New"/>
                <a:cs typeface="Courier New"/>
              </a:rPr>
              <a:t>sp,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25" dirty="0">
                <a:latin typeface="Courier New"/>
                <a:cs typeface="Courier New"/>
              </a:rPr>
              <a:t>sp,</a:t>
            </a:r>
            <a:r>
              <a:rPr sz="2400" dirty="0">
                <a:latin typeface="Courier New"/>
                <a:cs typeface="Courier New"/>
              </a:rPr>
              <a:t>		-</a:t>
            </a:r>
            <a:r>
              <a:rPr sz="2400" spc="-50" dirty="0">
                <a:latin typeface="Courier New"/>
                <a:cs typeface="Courier New"/>
              </a:rPr>
              <a:t>4 </a:t>
            </a:r>
            <a:r>
              <a:rPr sz="2400" spc="-25" dirty="0">
                <a:latin typeface="Courier New"/>
                <a:cs typeface="Courier New"/>
              </a:rPr>
              <a:t>sw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s2,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0(sp) </a:t>
            </a:r>
            <a:r>
              <a:rPr sz="2400" spc="-25" dirty="0">
                <a:latin typeface="Courier New"/>
                <a:cs typeface="Courier New"/>
              </a:rPr>
              <a:t>add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25" dirty="0">
                <a:latin typeface="Courier New"/>
                <a:cs typeface="Courier New"/>
              </a:rPr>
              <a:t>s2,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25" dirty="0">
                <a:latin typeface="Courier New"/>
                <a:cs typeface="Courier New"/>
              </a:rPr>
              <a:t>x0,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x0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ts val="2640"/>
              </a:lnSpc>
            </a:pPr>
            <a:r>
              <a:rPr sz="2400" spc="-25" dirty="0">
                <a:latin typeface="Courier New"/>
                <a:cs typeface="Courier New"/>
              </a:rPr>
              <a:t>L1:</a:t>
            </a:r>
            <a:endParaRPr sz="2400" dirty="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51795"/>
              </p:ext>
            </p:extLst>
          </p:nvPr>
        </p:nvGraphicFramePr>
        <p:xfrm>
          <a:off x="1276349" y="2464049"/>
          <a:ext cx="7195816" cy="2401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90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4805">
                <a:tc>
                  <a:txBody>
                    <a:bodyPr/>
                    <a:lstStyle/>
                    <a:p>
                      <a:pPr marR="52069" algn="ctr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add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t0,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s2,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a1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t0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&lt;-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2480"/>
                        </a:lnSpc>
                      </a:pPr>
                      <a:r>
                        <a:rPr sz="2400" spc="-20" dirty="0">
                          <a:latin typeface="Courier New"/>
                          <a:cs typeface="Courier New"/>
                        </a:rPr>
                        <a:t>addr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of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2480"/>
                        </a:lnSpc>
                      </a:pPr>
                      <a:r>
                        <a:rPr sz="2400" spc="-20" dirty="0">
                          <a:latin typeface="Courier New"/>
                          <a:cs typeface="Courier New"/>
                        </a:rPr>
                        <a:t>y[i]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R="52069" algn="ctr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lbu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t1,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400" spc="-10" dirty="0">
                          <a:latin typeface="Courier New"/>
                          <a:cs typeface="Courier New"/>
                        </a:rPr>
                        <a:t>0(t0)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t1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  <a:tabLst>
                          <a:tab pos="457200" algn="l"/>
                        </a:tabLst>
                      </a:pPr>
                      <a:r>
                        <a:rPr sz="2400" spc="-5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400" spc="-20" dirty="0">
                          <a:latin typeface="Courier New"/>
                          <a:cs typeface="Courier New"/>
                        </a:rPr>
                        <a:t>y[i]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R="52069" algn="ctr">
                        <a:lnSpc>
                          <a:spcPts val="247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add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7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t2,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ts val="2470"/>
                        </a:lnSpc>
                        <a:tabLst>
                          <a:tab pos="822960" algn="l"/>
                        </a:tabLst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s2,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400" spc="-25" dirty="0">
                          <a:latin typeface="Courier New"/>
                          <a:cs typeface="Courier New"/>
                        </a:rPr>
                        <a:t>a0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47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7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t2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ts val="2470"/>
                        </a:lnSpc>
                        <a:tabLst>
                          <a:tab pos="640080" algn="l"/>
                        </a:tabLst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&lt;-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400" spc="-20" dirty="0">
                          <a:latin typeface="Courier New"/>
                          <a:cs typeface="Courier New"/>
                        </a:rPr>
                        <a:t>addr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47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of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2470"/>
                        </a:lnSpc>
                      </a:pPr>
                      <a:r>
                        <a:rPr sz="2400" spc="-20" dirty="0">
                          <a:latin typeface="Courier New"/>
                          <a:cs typeface="Courier New"/>
                        </a:rPr>
                        <a:t>x[i]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 gridSpan="4">
                  <a:txBody>
                    <a:bodyPr/>
                    <a:lstStyle/>
                    <a:p>
                      <a:pPr marL="31750" algn="just">
                        <a:lnSpc>
                          <a:spcPts val="239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sb t1, </a:t>
                      </a:r>
                      <a:r>
                        <a:rPr sz="2400" spc="-10" dirty="0">
                          <a:latin typeface="Courier New"/>
                          <a:cs typeface="Courier New"/>
                        </a:rPr>
                        <a:t>0(t2)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31750" marR="266700" algn="just">
                        <a:lnSpc>
                          <a:spcPts val="2700"/>
                        </a:lnSpc>
                        <a:spcBef>
                          <a:spcPts val="1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beq t1, x0, </a:t>
                      </a:r>
                      <a:r>
                        <a:rPr sz="2400" spc="-25" dirty="0">
                          <a:latin typeface="Courier New"/>
                          <a:cs typeface="Courier New"/>
                        </a:rPr>
                        <a:t>L2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addi s2, s2, </a:t>
                      </a:r>
                      <a:r>
                        <a:rPr sz="2400" spc="-50" dirty="0">
                          <a:latin typeface="Courier New"/>
                          <a:cs typeface="Courier New"/>
                        </a:rPr>
                        <a:t>1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jal x0, </a:t>
                      </a:r>
                      <a:r>
                        <a:rPr sz="2400" spc="-25" dirty="0">
                          <a:latin typeface="Courier New"/>
                          <a:cs typeface="Courier New"/>
                        </a:rPr>
                        <a:t>L1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239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274320">
                        <a:lnSpc>
                          <a:spcPts val="279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ts val="2390"/>
                        </a:lnSpc>
                      </a:pPr>
                      <a:r>
                        <a:rPr sz="2400" spc="-20" dirty="0">
                          <a:latin typeface="Courier New"/>
                          <a:cs typeface="Courier New"/>
                        </a:rPr>
                        <a:t>x[i]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ts val="2790"/>
                        </a:lnSpc>
                      </a:pPr>
                      <a:r>
                        <a:rPr sz="2400" spc="-20" dirty="0">
                          <a:latin typeface="Courier New"/>
                          <a:cs typeface="Courier New"/>
                        </a:rPr>
                        <a:t>exit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2390"/>
                        </a:lnSpc>
                        <a:tabLst>
                          <a:tab pos="365760" algn="l"/>
                        </a:tabLst>
                      </a:pPr>
                      <a:r>
                        <a:rPr sz="2400" spc="-5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400" spc="-20" dirty="0">
                          <a:latin typeface="Courier New"/>
                          <a:cs typeface="Courier New"/>
                        </a:rPr>
                        <a:t>y[i]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ts val="2790"/>
                        </a:lnSpc>
                        <a:tabLst>
                          <a:tab pos="548640" algn="l"/>
                        </a:tabLst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400" spc="-20" dirty="0">
                          <a:latin typeface="Courier New"/>
                          <a:cs typeface="Courier New"/>
                        </a:rPr>
                        <a:t>y[i]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2295"/>
                        </a:spcBef>
                        <a:tabLst>
                          <a:tab pos="365760" algn="l"/>
                        </a:tabLst>
                      </a:pPr>
                      <a:r>
                        <a:rPr sz="2400" spc="-5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40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29146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838199" y="4800601"/>
            <a:ext cx="3043555" cy="14420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90"/>
              </a:lnSpc>
              <a:spcBef>
                <a:spcPts val="100"/>
              </a:spcBef>
            </a:pPr>
            <a:r>
              <a:rPr sz="2400" spc="-25" dirty="0">
                <a:latin typeface="Courier New"/>
                <a:cs typeface="Courier New"/>
              </a:rPr>
              <a:t>L2:</a:t>
            </a:r>
            <a:endParaRPr sz="2400">
              <a:latin typeface="Courier New"/>
              <a:cs typeface="Courier New"/>
            </a:endParaRPr>
          </a:p>
          <a:p>
            <a:pPr marL="469900" marR="5080">
              <a:lnSpc>
                <a:spcPts val="2700"/>
              </a:lnSpc>
              <a:spcBef>
                <a:spcPts val="150"/>
              </a:spcBef>
              <a:tabLst>
                <a:tab pos="1018540" algn="l"/>
                <a:tab pos="1384300" algn="l"/>
                <a:tab pos="1750060" algn="l"/>
                <a:tab pos="2115820" algn="l"/>
                <a:tab pos="2847340" algn="l"/>
              </a:tabLst>
            </a:pPr>
            <a:r>
              <a:rPr sz="2400" spc="-25" dirty="0">
                <a:latin typeface="Courier New"/>
                <a:cs typeface="Courier New"/>
              </a:rPr>
              <a:t>lw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s2,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0(sp) </a:t>
            </a:r>
            <a:r>
              <a:rPr sz="2400" spc="-20" dirty="0">
                <a:latin typeface="Courier New"/>
                <a:cs typeface="Courier New"/>
              </a:rPr>
              <a:t>addi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sp,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sp,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4 </a:t>
            </a:r>
            <a:r>
              <a:rPr sz="2400" spc="-20" dirty="0">
                <a:latin typeface="Courier New"/>
                <a:cs typeface="Courier New"/>
              </a:rPr>
              <a:t>jalr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x0,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0(ra)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03204" y="1371607"/>
            <a:ext cx="11785597" cy="19415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Instructions</a:t>
            </a:r>
            <a:r>
              <a:rPr spc="-95" dirty="0"/>
              <a:t> </a:t>
            </a:r>
            <a:r>
              <a:rPr dirty="0"/>
              <a:t>are</a:t>
            </a:r>
            <a:r>
              <a:rPr spc="-90" dirty="0"/>
              <a:t> </a:t>
            </a:r>
            <a:r>
              <a:rPr spc="-10" dirty="0"/>
              <a:t>represented</a:t>
            </a:r>
            <a:r>
              <a:rPr spc="-90" dirty="0"/>
              <a:t> </a:t>
            </a:r>
            <a:r>
              <a:rPr dirty="0"/>
              <a:t>by</a:t>
            </a:r>
            <a:r>
              <a:rPr spc="-95" dirty="0"/>
              <a:t> </a:t>
            </a:r>
            <a:r>
              <a:rPr spc="-10" dirty="0"/>
              <a:t>numbers</a:t>
            </a:r>
          </a:p>
          <a:p>
            <a:pPr marL="618490" algn="ctr">
              <a:lnSpc>
                <a:spcPct val="100000"/>
              </a:lnSpc>
              <a:spcBef>
                <a:spcPts val="2265"/>
              </a:spcBef>
              <a:tabLst>
                <a:tab pos="1472565" algn="l"/>
                <a:tab pos="2326005" algn="l"/>
                <a:tab pos="3392804" algn="l"/>
              </a:tabLst>
            </a:pPr>
            <a:r>
              <a:rPr sz="2800" b="1" spc="-25" dirty="0">
                <a:latin typeface="Courier New"/>
                <a:cs typeface="Courier New"/>
              </a:rPr>
              <a:t>add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x9,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0" dirty="0">
                <a:latin typeface="Courier New"/>
                <a:cs typeface="Courier New"/>
              </a:rPr>
              <a:t>x20,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x21</a:t>
            </a:r>
            <a:endParaRPr sz="2800" b="1" dirty="0">
              <a:latin typeface="Courier New"/>
              <a:cs typeface="Courier New"/>
            </a:endParaRPr>
          </a:p>
          <a:p>
            <a:pPr marL="41910">
              <a:lnSpc>
                <a:spcPct val="100000"/>
              </a:lnSpc>
              <a:spcBef>
                <a:spcPts val="1689"/>
              </a:spcBef>
            </a:pPr>
            <a:r>
              <a:rPr dirty="0"/>
              <a:t>This</a:t>
            </a:r>
            <a:r>
              <a:rPr spc="-65" dirty="0"/>
              <a:t> </a:t>
            </a:r>
            <a:r>
              <a:rPr dirty="0"/>
              <a:t>instruction</a:t>
            </a:r>
            <a:r>
              <a:rPr spc="-6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spc="-10" dirty="0"/>
              <a:t>represented</a:t>
            </a:r>
            <a:r>
              <a:rPr spc="-65" dirty="0"/>
              <a:t> </a:t>
            </a:r>
            <a:r>
              <a:rPr dirty="0"/>
              <a:t>by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decimal</a:t>
            </a:r>
            <a:r>
              <a:rPr spc="-65" dirty="0"/>
              <a:t> </a:t>
            </a:r>
            <a:r>
              <a:rPr spc="-10" dirty="0"/>
              <a:t>numbers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5789" y="3862023"/>
            <a:ext cx="9840422" cy="5130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37255" y="5257800"/>
            <a:ext cx="53174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What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do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these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numbers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mean?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753D917-6484-0A8D-96F3-B4176FB12D54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Instruction Representation.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F681B-F0D6-8973-E007-28F991F79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DAA7295-BBC2-B6DA-6F4C-640EB5D9B0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3204" y="1371607"/>
            <a:ext cx="11785597" cy="19415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Instructions</a:t>
            </a:r>
            <a:r>
              <a:rPr spc="-95" dirty="0"/>
              <a:t> </a:t>
            </a:r>
            <a:r>
              <a:rPr dirty="0"/>
              <a:t>are</a:t>
            </a:r>
            <a:r>
              <a:rPr spc="-90" dirty="0"/>
              <a:t> </a:t>
            </a:r>
            <a:r>
              <a:rPr spc="-10" dirty="0"/>
              <a:t>represented</a:t>
            </a:r>
            <a:r>
              <a:rPr spc="-90" dirty="0"/>
              <a:t> </a:t>
            </a:r>
            <a:r>
              <a:rPr dirty="0"/>
              <a:t>by</a:t>
            </a:r>
            <a:r>
              <a:rPr spc="-95" dirty="0"/>
              <a:t> </a:t>
            </a:r>
            <a:r>
              <a:rPr spc="-10" dirty="0"/>
              <a:t>numbers</a:t>
            </a:r>
          </a:p>
          <a:p>
            <a:pPr marL="618490" algn="ctr">
              <a:lnSpc>
                <a:spcPct val="100000"/>
              </a:lnSpc>
              <a:spcBef>
                <a:spcPts val="2265"/>
              </a:spcBef>
              <a:tabLst>
                <a:tab pos="1472565" algn="l"/>
                <a:tab pos="2326005" algn="l"/>
                <a:tab pos="3392804" algn="l"/>
              </a:tabLst>
            </a:pPr>
            <a:r>
              <a:rPr sz="2800" b="1" spc="-25" dirty="0">
                <a:latin typeface="Courier New"/>
                <a:cs typeface="Courier New"/>
              </a:rPr>
              <a:t>add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x9,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0" dirty="0">
                <a:latin typeface="Courier New"/>
                <a:cs typeface="Courier New"/>
              </a:rPr>
              <a:t>x20,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x21</a:t>
            </a:r>
            <a:endParaRPr sz="2800" b="1" dirty="0">
              <a:latin typeface="Courier New"/>
              <a:cs typeface="Courier New"/>
            </a:endParaRPr>
          </a:p>
          <a:p>
            <a:pPr marL="41910">
              <a:lnSpc>
                <a:spcPct val="100000"/>
              </a:lnSpc>
              <a:spcBef>
                <a:spcPts val="1689"/>
              </a:spcBef>
            </a:pPr>
            <a:r>
              <a:rPr dirty="0"/>
              <a:t>This</a:t>
            </a:r>
            <a:r>
              <a:rPr spc="-65" dirty="0"/>
              <a:t> </a:t>
            </a:r>
            <a:r>
              <a:rPr dirty="0"/>
              <a:t>instruction</a:t>
            </a:r>
            <a:r>
              <a:rPr spc="-6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spc="-10" dirty="0"/>
              <a:t>represented</a:t>
            </a:r>
            <a:r>
              <a:rPr spc="-65" dirty="0"/>
              <a:t> </a:t>
            </a:r>
            <a:r>
              <a:rPr dirty="0"/>
              <a:t>by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decimal</a:t>
            </a:r>
            <a:r>
              <a:rPr spc="-65" dirty="0"/>
              <a:t> </a:t>
            </a:r>
            <a:r>
              <a:rPr spc="-10" dirty="0"/>
              <a:t>numbers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0B8D53A-5348-9317-1FD6-3FB767C4793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5789" y="4343400"/>
            <a:ext cx="9840422" cy="51308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4965E99-EEFC-3B20-5069-CD8626B704B9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Instruction Representation.</a:t>
            </a: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0DA0CCB9-EC65-0926-04D9-35C0B2E2B623}"/>
              </a:ext>
            </a:extLst>
          </p:cNvPr>
          <p:cNvSpPr txBox="1"/>
          <p:nvPr/>
        </p:nvSpPr>
        <p:spPr>
          <a:xfrm>
            <a:off x="609600" y="5387595"/>
            <a:ext cx="10972800" cy="5801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334510" algn="just">
              <a:lnSpc>
                <a:spcPct val="100000"/>
              </a:lnSpc>
              <a:spcBef>
                <a:spcPts val="915"/>
              </a:spcBef>
            </a:pPr>
            <a:r>
              <a:rPr sz="3200" b="1" dirty="0">
                <a:latin typeface="Calibri"/>
                <a:cs typeface="Calibri"/>
              </a:rPr>
              <a:t>opcode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fields</a:t>
            </a:r>
            <a:endParaRPr lang="en-US" sz="3200" spc="-10" dirty="0">
              <a:latin typeface="Calibri"/>
              <a:cs typeface="Calibri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935E92-CCFA-F585-7205-390091707346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2057400" y="4856480"/>
            <a:ext cx="4038600" cy="5311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EEAECB-D977-D2BB-231A-33842C9E432B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6096000" y="4856480"/>
            <a:ext cx="609600" cy="5311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B8F2B9D-E514-6C24-8061-EB9E91A38758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6096000" y="4856480"/>
            <a:ext cx="4038600" cy="5311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E704F8E-B8F8-5379-15C8-D9ADDF1DE671}"/>
              </a:ext>
            </a:extLst>
          </p:cNvPr>
          <p:cNvSpPr txBox="1"/>
          <p:nvPr/>
        </p:nvSpPr>
        <p:spPr>
          <a:xfrm>
            <a:off x="2895600" y="3551891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Calibri"/>
                <a:cs typeface="Calibri"/>
              </a:rPr>
              <a:t>Each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segment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is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field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037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39FE5-2892-4FD4-813D-B2A72FAD3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280F1C57-2A55-2CD8-289F-5196491C98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3204" y="1371607"/>
            <a:ext cx="11785597" cy="19415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Instructions</a:t>
            </a:r>
            <a:r>
              <a:rPr spc="-95" dirty="0"/>
              <a:t> </a:t>
            </a:r>
            <a:r>
              <a:rPr dirty="0"/>
              <a:t>are</a:t>
            </a:r>
            <a:r>
              <a:rPr spc="-90" dirty="0"/>
              <a:t> </a:t>
            </a:r>
            <a:r>
              <a:rPr spc="-10" dirty="0"/>
              <a:t>represented</a:t>
            </a:r>
            <a:r>
              <a:rPr spc="-90" dirty="0"/>
              <a:t> </a:t>
            </a:r>
            <a:r>
              <a:rPr dirty="0"/>
              <a:t>by</a:t>
            </a:r>
            <a:r>
              <a:rPr spc="-95" dirty="0"/>
              <a:t> </a:t>
            </a:r>
            <a:r>
              <a:rPr spc="-10" dirty="0"/>
              <a:t>numbers</a:t>
            </a:r>
          </a:p>
          <a:p>
            <a:pPr marL="618490" algn="ctr">
              <a:lnSpc>
                <a:spcPct val="100000"/>
              </a:lnSpc>
              <a:spcBef>
                <a:spcPts val="2265"/>
              </a:spcBef>
              <a:tabLst>
                <a:tab pos="1472565" algn="l"/>
                <a:tab pos="2326005" algn="l"/>
                <a:tab pos="3392804" algn="l"/>
              </a:tabLst>
            </a:pPr>
            <a:r>
              <a:rPr sz="2800" b="1" spc="-25" dirty="0">
                <a:latin typeface="Courier New"/>
                <a:cs typeface="Courier New"/>
              </a:rPr>
              <a:t>add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x9,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0" dirty="0">
                <a:latin typeface="Courier New"/>
                <a:cs typeface="Courier New"/>
              </a:rPr>
              <a:t>x20,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x21</a:t>
            </a:r>
            <a:endParaRPr sz="2800" b="1" dirty="0">
              <a:latin typeface="Courier New"/>
              <a:cs typeface="Courier New"/>
            </a:endParaRPr>
          </a:p>
          <a:p>
            <a:pPr marL="41910">
              <a:lnSpc>
                <a:spcPct val="100000"/>
              </a:lnSpc>
              <a:spcBef>
                <a:spcPts val="1689"/>
              </a:spcBef>
            </a:pPr>
            <a:r>
              <a:rPr dirty="0"/>
              <a:t>This</a:t>
            </a:r>
            <a:r>
              <a:rPr spc="-65" dirty="0"/>
              <a:t> </a:t>
            </a:r>
            <a:r>
              <a:rPr dirty="0"/>
              <a:t>instruction</a:t>
            </a:r>
            <a:r>
              <a:rPr spc="-6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spc="-10" dirty="0"/>
              <a:t>represented</a:t>
            </a:r>
            <a:r>
              <a:rPr spc="-65" dirty="0"/>
              <a:t> </a:t>
            </a:r>
            <a:r>
              <a:rPr dirty="0"/>
              <a:t>by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decimal</a:t>
            </a:r>
            <a:r>
              <a:rPr spc="-65" dirty="0"/>
              <a:t> </a:t>
            </a:r>
            <a:r>
              <a:rPr spc="-10" dirty="0"/>
              <a:t>numbers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3C45DD4-A800-62D3-9126-378125CC68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5789" y="4343400"/>
            <a:ext cx="9840422" cy="51308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45E3F36-026E-5823-80B7-35C09D7FA99D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Instruction Representation.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49AB4E-84CB-FD00-401B-86744C2DCC01}"/>
              </a:ext>
            </a:extLst>
          </p:cNvPr>
          <p:cNvSpPr txBox="1"/>
          <p:nvPr/>
        </p:nvSpPr>
        <p:spPr>
          <a:xfrm>
            <a:off x="2895600" y="3551891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Calibri"/>
                <a:cs typeface="Calibri"/>
              </a:rPr>
              <a:t>Each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segment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is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field</a:t>
            </a:r>
            <a:endParaRPr lang="en-US" dirty="0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7820B81E-C2A3-ED7D-A11A-3802068B1352}"/>
              </a:ext>
            </a:extLst>
          </p:cNvPr>
          <p:cNvSpPr txBox="1"/>
          <p:nvPr/>
        </p:nvSpPr>
        <p:spPr>
          <a:xfrm>
            <a:off x="2895600" y="5630176"/>
            <a:ext cx="3200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Source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registers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50C3853-87D0-1DF7-0178-1E977DF65DF0}"/>
              </a:ext>
            </a:extLst>
          </p:cNvPr>
          <p:cNvSpPr txBox="1"/>
          <p:nvPr/>
        </p:nvSpPr>
        <p:spPr>
          <a:xfrm>
            <a:off x="7086600" y="5597519"/>
            <a:ext cx="32677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libri"/>
                <a:cs typeface="Calibri"/>
              </a:rPr>
              <a:t>Destination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register</a:t>
            </a:r>
            <a:endParaRPr sz="3200" dirty="0">
              <a:latin typeface="Calibri"/>
              <a:cs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3B7263-7E2E-ED54-B6D3-54668B99EA81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3733800" y="4856480"/>
            <a:ext cx="762000" cy="7736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F9AEDD-3496-27E6-8610-0DDFEC249BD7}"/>
              </a:ext>
            </a:extLst>
          </p:cNvPr>
          <p:cNvCxnSpPr>
            <a:stCxn id="6" idx="0"/>
          </p:cNvCxnSpPr>
          <p:nvPr/>
        </p:nvCxnSpPr>
        <p:spPr>
          <a:xfrm flipV="1">
            <a:off x="4495800" y="4856480"/>
            <a:ext cx="685800" cy="7736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04457B-B851-4926-FC2B-2B55395D809D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8382000" y="4856480"/>
            <a:ext cx="338455" cy="7410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646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0D812-B9FE-1EA6-A849-6069E3E67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27A91045-A25D-798C-B56E-A57CBCACA0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3204" y="1371607"/>
            <a:ext cx="11785597" cy="19415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Instructions</a:t>
            </a:r>
            <a:r>
              <a:rPr spc="-95" dirty="0"/>
              <a:t> </a:t>
            </a:r>
            <a:r>
              <a:rPr dirty="0"/>
              <a:t>are</a:t>
            </a:r>
            <a:r>
              <a:rPr spc="-90" dirty="0"/>
              <a:t> </a:t>
            </a:r>
            <a:r>
              <a:rPr spc="-10" dirty="0"/>
              <a:t>represented</a:t>
            </a:r>
            <a:r>
              <a:rPr spc="-90" dirty="0"/>
              <a:t> </a:t>
            </a:r>
            <a:r>
              <a:rPr dirty="0"/>
              <a:t>by</a:t>
            </a:r>
            <a:r>
              <a:rPr spc="-95" dirty="0"/>
              <a:t> </a:t>
            </a:r>
            <a:r>
              <a:rPr spc="-10" dirty="0"/>
              <a:t>numbers</a:t>
            </a:r>
          </a:p>
          <a:p>
            <a:pPr marL="618490" algn="ctr">
              <a:lnSpc>
                <a:spcPct val="100000"/>
              </a:lnSpc>
              <a:spcBef>
                <a:spcPts val="2265"/>
              </a:spcBef>
              <a:tabLst>
                <a:tab pos="1472565" algn="l"/>
                <a:tab pos="2326005" algn="l"/>
                <a:tab pos="3392804" algn="l"/>
              </a:tabLst>
            </a:pPr>
            <a:r>
              <a:rPr sz="2800" b="1" spc="-25" dirty="0">
                <a:latin typeface="Courier New"/>
                <a:cs typeface="Courier New"/>
              </a:rPr>
              <a:t>add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x9,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0" dirty="0">
                <a:latin typeface="Courier New"/>
                <a:cs typeface="Courier New"/>
              </a:rPr>
              <a:t>x20,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x21</a:t>
            </a:r>
            <a:endParaRPr sz="2800" b="1" dirty="0">
              <a:latin typeface="Courier New"/>
              <a:cs typeface="Courier New"/>
            </a:endParaRPr>
          </a:p>
          <a:p>
            <a:pPr marL="41910">
              <a:lnSpc>
                <a:spcPct val="100000"/>
              </a:lnSpc>
              <a:spcBef>
                <a:spcPts val="1689"/>
              </a:spcBef>
            </a:pPr>
            <a:r>
              <a:rPr lang="en-US" dirty="0">
                <a:cs typeface="Calibri"/>
              </a:rPr>
              <a:t>Binary</a:t>
            </a:r>
            <a:r>
              <a:rPr lang="en-US" spc="-6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representation</a:t>
            </a:r>
            <a:r>
              <a:rPr lang="en-US" spc="-65" dirty="0">
                <a:cs typeface="Calibri"/>
              </a:rPr>
              <a:t> </a:t>
            </a:r>
            <a:r>
              <a:rPr lang="en-US" dirty="0">
                <a:cs typeface="Calibri"/>
              </a:rPr>
              <a:t>of</a:t>
            </a:r>
            <a:r>
              <a:rPr lang="en-US" spc="-65" dirty="0">
                <a:cs typeface="Calibri"/>
              </a:rPr>
              <a:t> </a:t>
            </a:r>
            <a:r>
              <a:rPr lang="en-US" dirty="0">
                <a:cs typeface="Calibri"/>
              </a:rPr>
              <a:t>this</a:t>
            </a:r>
            <a:r>
              <a:rPr lang="en-US" spc="-6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instruction:</a:t>
            </a:r>
            <a:endParaRPr lang="en-US" dirty="0">
              <a:cs typeface="Calibri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F55710-99BE-BE96-EAF9-11AE04CECAF7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Instruction Representation.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0DFFD1E4-8980-1D78-E461-08B7D5D8F5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686" y="3890033"/>
            <a:ext cx="11134627" cy="863018"/>
          </a:xfrm>
          <a:prstGeom prst="rect">
            <a:avLst/>
          </a:prstGeom>
        </p:spPr>
      </p:pic>
      <p:sp>
        <p:nvSpPr>
          <p:cNvPr id="12" name="object 6">
            <a:extLst>
              <a:ext uri="{FF2B5EF4-FFF2-40B4-BE49-F238E27FC236}">
                <a16:creationId xmlns:a16="http://schemas.microsoft.com/office/drawing/2014/main" id="{71DBDEA1-32EF-5CB2-8B7E-5B5173793B0D}"/>
              </a:ext>
            </a:extLst>
          </p:cNvPr>
          <p:cNvSpPr txBox="1"/>
          <p:nvPr/>
        </p:nvSpPr>
        <p:spPr>
          <a:xfrm>
            <a:off x="1436379" y="5105400"/>
            <a:ext cx="10158730" cy="1357423"/>
          </a:xfrm>
          <a:prstGeom prst="rect">
            <a:avLst/>
          </a:prstGeom>
          <a:solidFill>
            <a:srgbClr val="D5F1D0"/>
          </a:solidFill>
          <a:ln w="12700">
            <a:solidFill>
              <a:srgbClr val="000000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538605">
              <a:lnSpc>
                <a:spcPct val="100000"/>
              </a:lnSpc>
              <a:spcBef>
                <a:spcPts val="705"/>
              </a:spcBef>
            </a:pPr>
            <a:r>
              <a:rPr sz="3200" dirty="0">
                <a:latin typeface="Calibri"/>
                <a:cs typeface="Calibri"/>
              </a:rPr>
              <a:t>This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layout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called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instruction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format</a:t>
            </a:r>
            <a:endParaRPr sz="3200" dirty="0">
              <a:latin typeface="Calibri"/>
              <a:cs typeface="Calibri"/>
            </a:endParaRPr>
          </a:p>
          <a:p>
            <a:pPr marL="1703070">
              <a:lnSpc>
                <a:spcPct val="100000"/>
              </a:lnSpc>
              <a:spcBef>
                <a:spcPts val="2180"/>
              </a:spcBef>
            </a:pPr>
            <a:r>
              <a:rPr sz="3200" dirty="0">
                <a:latin typeface="Calibri"/>
                <a:cs typeface="Calibri"/>
              </a:rPr>
              <a:t>ALL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RISC-</a:t>
            </a:r>
            <a:r>
              <a:rPr sz="3200" dirty="0">
                <a:latin typeface="Calibri"/>
                <a:cs typeface="Calibri"/>
              </a:rPr>
              <a:t>V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instructions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32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bits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long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200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3400" y="2514600"/>
            <a:ext cx="11049000" cy="3657600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3200" b="1" dirty="0">
                <a:latin typeface="Calibri"/>
                <a:cs typeface="Calibri"/>
              </a:rPr>
              <a:t>Opcode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basic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operation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instruction</a:t>
            </a:r>
            <a:endParaRPr sz="3200" dirty="0">
              <a:latin typeface="Calibri"/>
              <a:cs typeface="Calibri"/>
            </a:endParaRPr>
          </a:p>
          <a:p>
            <a:pPr marL="12700" marR="2576830">
              <a:lnSpc>
                <a:spcPct val="113199"/>
              </a:lnSpc>
              <a:spcBef>
                <a:spcPts val="5"/>
              </a:spcBef>
            </a:pPr>
            <a:r>
              <a:rPr sz="3200" b="1" dirty="0">
                <a:latin typeface="Calibri"/>
                <a:cs typeface="Calibri"/>
              </a:rPr>
              <a:t>rd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destination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register</a:t>
            </a:r>
            <a:endParaRPr lang="en-US" sz="3200" spc="-10" dirty="0">
              <a:latin typeface="Calibri"/>
              <a:cs typeface="Calibri"/>
            </a:endParaRPr>
          </a:p>
          <a:p>
            <a:pPr marL="12700" marR="2576830">
              <a:lnSpc>
                <a:spcPct val="113199"/>
              </a:lnSpc>
              <a:spcBef>
                <a:spcPts val="5"/>
              </a:spcBef>
            </a:pPr>
            <a:r>
              <a:rPr sz="3200" b="1" dirty="0">
                <a:latin typeface="Calibri"/>
                <a:cs typeface="Calibri"/>
              </a:rPr>
              <a:t>rs1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first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source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register</a:t>
            </a:r>
            <a:endParaRPr lang="en-US" sz="3200" spc="-10" dirty="0">
              <a:latin typeface="Calibri"/>
              <a:cs typeface="Calibri"/>
            </a:endParaRPr>
          </a:p>
          <a:p>
            <a:pPr marL="12700" marR="2576830">
              <a:lnSpc>
                <a:spcPct val="113199"/>
              </a:lnSpc>
              <a:spcBef>
                <a:spcPts val="5"/>
              </a:spcBef>
            </a:pPr>
            <a:r>
              <a:rPr sz="3200" b="1" dirty="0">
                <a:latin typeface="Calibri"/>
                <a:cs typeface="Calibri"/>
              </a:rPr>
              <a:t>rs2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second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source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register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3200" b="1" dirty="0">
                <a:latin typeface="Calibri"/>
                <a:cs typeface="Calibri"/>
              </a:rPr>
              <a:t>funct7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another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opcode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field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3200" b="1" dirty="0">
                <a:latin typeface="Calibri"/>
                <a:cs typeface="Calibri"/>
              </a:rPr>
              <a:t>funct3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another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opcode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field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376" y="1177393"/>
            <a:ext cx="11493248" cy="68876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615438-4A2C-DECD-DC10-EBE4BE434FEC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RISC-V Fields.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D3F31-AFA9-468B-1305-76FB2B2A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3447DE30-D370-38B2-EC79-F285E8BA13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376" y="1177393"/>
            <a:ext cx="11493248" cy="68876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7F8A71D-77CA-E375-6472-2E4EF5145A79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RISC-V Fields.</a:t>
            </a: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3C33505B-40E3-5C67-70B0-6BC8F50C42E9}"/>
              </a:ext>
            </a:extLst>
          </p:cNvPr>
          <p:cNvSpPr txBox="1"/>
          <p:nvPr/>
        </p:nvSpPr>
        <p:spPr>
          <a:xfrm>
            <a:off x="2335847" y="2514600"/>
            <a:ext cx="75203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This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R-</a:t>
            </a:r>
            <a:r>
              <a:rPr sz="3200" b="1" dirty="0">
                <a:latin typeface="Calibri"/>
                <a:cs typeface="Calibri"/>
              </a:rPr>
              <a:t>type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RISC-</a:t>
            </a:r>
            <a:r>
              <a:rPr sz="3200" dirty="0">
                <a:latin typeface="Calibri"/>
                <a:cs typeface="Calibri"/>
              </a:rPr>
              <a:t>V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instruction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(add,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sub)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AC947322-ECD9-6FF9-FD3D-F565999D85E9}"/>
              </a:ext>
            </a:extLst>
          </p:cNvPr>
          <p:cNvSpPr txBox="1"/>
          <p:nvPr/>
        </p:nvSpPr>
        <p:spPr>
          <a:xfrm>
            <a:off x="1474470" y="3676127"/>
            <a:ext cx="10107930" cy="1581673"/>
          </a:xfrm>
          <a:prstGeom prst="rect">
            <a:avLst/>
          </a:prstGeom>
          <a:ln w="12700">
            <a:noFill/>
          </a:ln>
        </p:spPr>
        <p:txBody>
          <a:bodyPr vert="horz" wrap="square" lIns="0" tIns="0" rIns="0" bIns="0" rtlCol="0">
            <a:noAutofit/>
          </a:bodyPr>
          <a:lstStyle/>
          <a:p>
            <a:pPr marL="195580" algn="ctr">
              <a:lnSpc>
                <a:spcPts val="3679"/>
              </a:lnSpc>
            </a:pPr>
            <a:r>
              <a:rPr sz="3200" dirty="0">
                <a:latin typeface="Calibri"/>
                <a:cs typeface="Calibri"/>
              </a:rPr>
              <a:t>We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cannot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describe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immediate</a:t>
            </a:r>
            <a:endParaRPr sz="3200" dirty="0">
              <a:latin typeface="Calibri"/>
              <a:cs typeface="Calibri"/>
            </a:endParaRPr>
          </a:p>
          <a:p>
            <a:pPr marL="195580" marR="598170" algn="ctr">
              <a:lnSpc>
                <a:spcPct val="113199"/>
              </a:lnSpc>
            </a:pPr>
            <a:r>
              <a:rPr sz="3200" dirty="0">
                <a:latin typeface="Calibri"/>
                <a:cs typeface="Calibri"/>
              </a:rPr>
              <a:t>type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instructions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b="1" dirty="0">
                <a:latin typeface="Calibri"/>
                <a:cs typeface="Calibri"/>
              </a:rPr>
              <a:t>addi,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b="1" spc="-55" dirty="0">
                <a:latin typeface="Calibri"/>
                <a:cs typeface="Calibri"/>
              </a:rPr>
              <a:t>lw,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slli</a:t>
            </a:r>
            <a:r>
              <a:rPr sz="3200" spc="-10" dirty="0">
                <a:latin typeface="Calibri"/>
                <a:cs typeface="Calibri"/>
              </a:rPr>
              <a:t>)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format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0847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62367" y="3046506"/>
            <a:ext cx="11020032" cy="3125694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3200" b="1" dirty="0">
                <a:latin typeface="Calibri"/>
                <a:cs typeface="Calibri"/>
              </a:rPr>
              <a:t>Opcode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basic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operation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instruction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3200" b="1" dirty="0">
                <a:latin typeface="Calibri"/>
                <a:cs typeface="Calibri"/>
              </a:rPr>
              <a:t>rd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destination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register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3200" b="1" dirty="0">
                <a:latin typeface="Calibri"/>
                <a:cs typeface="Calibri"/>
              </a:rPr>
              <a:t>rs1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source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register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3200" b="1" dirty="0">
                <a:latin typeface="Calibri"/>
                <a:cs typeface="Calibri"/>
              </a:rPr>
              <a:t>immediate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value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Calibri"/>
                <a:cs typeface="Calibri"/>
              </a:rPr>
              <a:t>two’s</a:t>
            </a:r>
            <a:r>
              <a:rPr sz="3200" i="1" spc="-85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complement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3200" b="1" dirty="0">
                <a:latin typeface="Calibri"/>
                <a:cs typeface="Calibri"/>
              </a:rPr>
              <a:t>funct3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another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opcode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field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2367" y="915028"/>
            <a:ext cx="11020032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This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I-</a:t>
            </a:r>
            <a:r>
              <a:rPr sz="3200" b="1" dirty="0">
                <a:latin typeface="Calibri"/>
                <a:cs typeface="Calibri"/>
              </a:rPr>
              <a:t>type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RISC-</a:t>
            </a:r>
            <a:r>
              <a:rPr sz="3200" dirty="0">
                <a:latin typeface="Calibri"/>
                <a:cs typeface="Calibri"/>
              </a:rPr>
              <a:t>V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instruction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Calibri"/>
                <a:cs typeface="Calibri"/>
              </a:rPr>
              <a:t>addi,</a:t>
            </a:r>
            <a:r>
              <a:rPr sz="3200" i="1" spc="-50" dirty="0">
                <a:latin typeface="Calibri"/>
                <a:cs typeface="Calibri"/>
              </a:rPr>
              <a:t> </a:t>
            </a:r>
            <a:r>
              <a:rPr sz="3200" i="1" spc="-55" dirty="0">
                <a:latin typeface="Calibri"/>
                <a:cs typeface="Calibri"/>
              </a:rPr>
              <a:t>lw,</a:t>
            </a:r>
            <a:r>
              <a:rPr sz="3200" i="1" spc="-50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slli</a:t>
            </a:r>
            <a:r>
              <a:rPr sz="3200" spc="-10" dirty="0">
                <a:latin typeface="Calibri"/>
                <a:cs typeface="Calibri"/>
              </a:rPr>
              <a:t>)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86" y="1657335"/>
            <a:ext cx="12032986" cy="79589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5B2219F-3E2A-4375-6932-774B0967A4A2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RISC-V Fields.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7512" y="3595753"/>
            <a:ext cx="15690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Calibri"/>
                <a:cs typeface="Calibri"/>
              </a:rPr>
              <a:t>Example: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4810" y="915028"/>
            <a:ext cx="1123758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This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I-</a:t>
            </a:r>
            <a:r>
              <a:rPr sz="3200" b="1" dirty="0">
                <a:latin typeface="Calibri"/>
                <a:cs typeface="Calibri"/>
              </a:rPr>
              <a:t>type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RISC-</a:t>
            </a:r>
            <a:r>
              <a:rPr sz="3200" dirty="0">
                <a:latin typeface="Calibri"/>
                <a:cs typeface="Calibri"/>
              </a:rPr>
              <a:t>V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instruction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Calibri"/>
                <a:cs typeface="Calibri"/>
              </a:rPr>
              <a:t>addi,</a:t>
            </a:r>
            <a:r>
              <a:rPr sz="3200" i="1" spc="-50" dirty="0">
                <a:latin typeface="Calibri"/>
                <a:cs typeface="Calibri"/>
              </a:rPr>
              <a:t> </a:t>
            </a:r>
            <a:r>
              <a:rPr sz="3200" i="1" spc="-55" dirty="0">
                <a:latin typeface="Calibri"/>
                <a:cs typeface="Calibri"/>
              </a:rPr>
              <a:t>lw,</a:t>
            </a:r>
            <a:r>
              <a:rPr sz="3200" i="1" spc="-50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slli</a:t>
            </a:r>
            <a:r>
              <a:rPr sz="3200" spc="-10" dirty="0">
                <a:latin typeface="Calibri"/>
                <a:cs typeface="Calibri"/>
              </a:rPr>
              <a:t>)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947" y="1794906"/>
            <a:ext cx="10204787" cy="6749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84103" y="3651987"/>
            <a:ext cx="30130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2780" algn="l"/>
                <a:tab pos="1506220" algn="l"/>
              </a:tabLst>
            </a:pPr>
            <a:r>
              <a:rPr sz="2800" spc="-25" dirty="0">
                <a:latin typeface="Courier New"/>
                <a:cs typeface="Courier New"/>
              </a:rPr>
              <a:t>lw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x9,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32(x22)</a:t>
            </a:r>
            <a:endParaRPr sz="2800" dirty="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0100" y="2361882"/>
            <a:ext cx="2887623" cy="1462002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991495" y="2482330"/>
            <a:ext cx="2663825" cy="1233805"/>
          </a:xfrm>
          <a:custGeom>
            <a:avLst/>
            <a:gdLst/>
            <a:ahLst/>
            <a:cxnLst/>
            <a:rect l="l" t="t" r="r" b="b"/>
            <a:pathLst>
              <a:path w="2663825" h="1233804">
                <a:moveTo>
                  <a:pt x="0" y="1233326"/>
                </a:moveTo>
                <a:lnTo>
                  <a:pt x="2654945" y="4002"/>
                </a:lnTo>
                <a:lnTo>
                  <a:pt x="2663589" y="0"/>
                </a:lnTo>
              </a:path>
            </a:pathLst>
          </a:custGeom>
          <a:ln w="1905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25628" y="2441387"/>
            <a:ext cx="111125" cy="90170"/>
          </a:xfrm>
          <a:custGeom>
            <a:avLst/>
            <a:gdLst/>
            <a:ahLst/>
            <a:cxnLst/>
            <a:rect l="l" t="t" r="r" b="b"/>
            <a:pathLst>
              <a:path w="111125" h="90169">
                <a:moveTo>
                  <a:pt x="0" y="0"/>
                </a:moveTo>
                <a:lnTo>
                  <a:pt x="41622" y="89891"/>
                </a:lnTo>
                <a:lnTo>
                  <a:pt x="110702" y="3323"/>
                </a:lnTo>
                <a:lnTo>
                  <a:pt x="0" y="0"/>
                </a:lnTo>
                <a:close/>
              </a:path>
            </a:pathLst>
          </a:custGeom>
          <a:solidFill>
            <a:srgbClr val="6B2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26905" y="2493551"/>
            <a:ext cx="776359" cy="126956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422215" y="2634557"/>
            <a:ext cx="544830" cy="1042035"/>
          </a:xfrm>
          <a:custGeom>
            <a:avLst/>
            <a:gdLst/>
            <a:ahLst/>
            <a:cxnLst/>
            <a:rect l="l" t="t" r="r" b="b"/>
            <a:pathLst>
              <a:path w="544829" h="1042035">
                <a:moveTo>
                  <a:pt x="0" y="1041500"/>
                </a:moveTo>
                <a:lnTo>
                  <a:pt x="539858" y="8441"/>
                </a:lnTo>
                <a:lnTo>
                  <a:pt x="544269" y="0"/>
                </a:lnTo>
              </a:path>
            </a:pathLst>
          </a:custGeom>
          <a:ln w="19050">
            <a:solidFill>
              <a:srgbClr val="6B2B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18177" y="2555204"/>
            <a:ext cx="90170" cy="111125"/>
          </a:xfrm>
          <a:custGeom>
            <a:avLst/>
            <a:gdLst/>
            <a:ahLst/>
            <a:cxnLst/>
            <a:rect l="l" t="t" r="r" b="b"/>
            <a:pathLst>
              <a:path w="90170" h="111125">
                <a:moveTo>
                  <a:pt x="89777" y="0"/>
                </a:moveTo>
                <a:lnTo>
                  <a:pt x="0" y="64855"/>
                </a:lnTo>
                <a:lnTo>
                  <a:pt x="87795" y="110735"/>
                </a:lnTo>
                <a:lnTo>
                  <a:pt x="89777" y="0"/>
                </a:lnTo>
                <a:close/>
              </a:path>
            </a:pathLst>
          </a:custGeom>
          <a:solidFill>
            <a:srgbClr val="6B2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58500" y="2364614"/>
            <a:ext cx="1909421" cy="1468588"/>
          </a:xfrm>
          <a:prstGeom prst="rect">
            <a:avLst/>
          </a:prstGeom>
          <a:ln>
            <a:noFill/>
          </a:ln>
        </p:spPr>
      </p:pic>
      <p:sp>
        <p:nvSpPr>
          <p:cNvPr id="16" name="object 16"/>
          <p:cNvSpPr/>
          <p:nvPr/>
        </p:nvSpPr>
        <p:spPr>
          <a:xfrm>
            <a:off x="2513241" y="2498118"/>
            <a:ext cx="1672589" cy="1229360"/>
          </a:xfrm>
          <a:custGeom>
            <a:avLst/>
            <a:gdLst/>
            <a:ahLst/>
            <a:cxnLst/>
            <a:rect l="l" t="t" r="r" b="b"/>
            <a:pathLst>
              <a:path w="1672589" h="1229360">
                <a:moveTo>
                  <a:pt x="1672079" y="1229213"/>
                </a:moveTo>
                <a:lnTo>
                  <a:pt x="7674" y="5641"/>
                </a:lnTo>
                <a:lnTo>
                  <a:pt x="0" y="0"/>
                </a:lnTo>
              </a:path>
            </a:pathLst>
          </a:custGeom>
          <a:ln w="19049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41101" y="2445085"/>
            <a:ext cx="109220" cy="99060"/>
          </a:xfrm>
          <a:custGeom>
            <a:avLst/>
            <a:gdLst/>
            <a:ahLst/>
            <a:cxnLst/>
            <a:rect l="l" t="t" r="r" b="b"/>
            <a:pathLst>
              <a:path w="109219" h="99060">
                <a:moveTo>
                  <a:pt x="0" y="0"/>
                </a:moveTo>
                <a:lnTo>
                  <a:pt x="50477" y="98581"/>
                </a:lnTo>
                <a:lnTo>
                  <a:pt x="109151" y="18768"/>
                </a:lnTo>
                <a:lnTo>
                  <a:pt x="0" y="0"/>
                </a:lnTo>
                <a:close/>
              </a:path>
            </a:pathLst>
          </a:custGeom>
          <a:solidFill>
            <a:srgbClr val="6B2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064829" y="5257976"/>
            <a:ext cx="5797550" cy="681355"/>
          </a:xfrm>
          <a:prstGeom prst="rect">
            <a:avLst/>
          </a:prstGeom>
          <a:ln w="12700">
            <a:noFill/>
          </a:ln>
        </p:spPr>
        <p:txBody>
          <a:bodyPr vert="horz" wrap="square" lIns="0" tIns="30480" rIns="0" bIns="0" rtlCol="0">
            <a:spAutoFit/>
          </a:bodyPr>
          <a:lstStyle/>
          <a:p>
            <a:pPr marL="333375">
              <a:lnSpc>
                <a:spcPct val="100000"/>
              </a:lnSpc>
              <a:spcBef>
                <a:spcPts val="240"/>
              </a:spcBef>
            </a:pPr>
            <a:r>
              <a:rPr sz="3200" dirty="0">
                <a:latin typeface="Calibri"/>
                <a:cs typeface="Calibri"/>
              </a:rPr>
              <a:t>What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about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store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instructions?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B8D55ADC-0CD7-D115-48FF-ACED90CFF694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RISC-V Fields.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09600" y="915028"/>
            <a:ext cx="109728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This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S-</a:t>
            </a:r>
            <a:r>
              <a:rPr sz="3200" b="1" dirty="0">
                <a:latin typeface="Calibri"/>
                <a:cs typeface="Calibri"/>
              </a:rPr>
              <a:t>type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RISC-</a:t>
            </a:r>
            <a:r>
              <a:rPr sz="3200" dirty="0">
                <a:latin typeface="Calibri"/>
                <a:cs typeface="Calibri"/>
              </a:rPr>
              <a:t>V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instruction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(</a:t>
            </a:r>
            <a:r>
              <a:rPr sz="3200" b="1" spc="-50" dirty="0">
                <a:latin typeface="Calibri"/>
                <a:cs typeface="Calibri"/>
              </a:rPr>
              <a:t>sw,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sb</a:t>
            </a:r>
            <a:r>
              <a:rPr sz="3200" spc="-25" dirty="0">
                <a:latin typeface="Calibri"/>
                <a:cs typeface="Calibri"/>
              </a:rPr>
              <a:t>)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440" y="1567924"/>
            <a:ext cx="10928806" cy="6887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8067" y="2514600"/>
            <a:ext cx="9635865" cy="358983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DF4AD6B-72E5-153C-C3EC-FD477017FB92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RISC-V Fields.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465" y="1260950"/>
            <a:ext cx="10204787" cy="6749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3965" y="2252172"/>
            <a:ext cx="10978435" cy="3920028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3200" b="1" spc="-20" dirty="0">
                <a:latin typeface="Calibri"/>
                <a:cs typeface="Calibri"/>
              </a:rPr>
              <a:t>I-</a:t>
            </a:r>
            <a:r>
              <a:rPr sz="3200" b="1" dirty="0">
                <a:latin typeface="Calibri"/>
                <a:cs typeface="Calibri"/>
              </a:rPr>
              <a:t>type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instructions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only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handle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12-</a:t>
            </a:r>
            <a:r>
              <a:rPr sz="3200" b="1" dirty="0">
                <a:latin typeface="Calibri"/>
                <a:cs typeface="Calibri"/>
              </a:rPr>
              <a:t>bit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immediate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field</a:t>
            </a:r>
            <a:endParaRPr sz="3200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509"/>
              </a:spcBef>
              <a:tabLst>
                <a:tab pos="333375" algn="l"/>
              </a:tabLst>
            </a:pPr>
            <a:endParaRPr lang="en-US" sz="3200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509"/>
              </a:spcBef>
              <a:tabLst>
                <a:tab pos="333375" algn="l"/>
              </a:tabLst>
            </a:pPr>
            <a:r>
              <a:rPr sz="3200" dirty="0">
                <a:latin typeface="Calibri"/>
                <a:cs typeface="Calibri"/>
              </a:rPr>
              <a:t>2^12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4096.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  <a:tabLst>
                <a:tab pos="333375" algn="l"/>
              </a:tabLst>
            </a:pPr>
            <a:r>
              <a:rPr sz="3200" dirty="0">
                <a:latin typeface="Calibri"/>
                <a:cs typeface="Calibri"/>
              </a:rPr>
              <a:t>This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tiny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number</a:t>
            </a:r>
            <a:r>
              <a:rPr sz="3200" spc="-10" dirty="0">
                <a:latin typeface="Calibri"/>
                <a:cs typeface="Calibri"/>
              </a:rPr>
              <a:t>!</a:t>
            </a:r>
            <a:endParaRPr sz="3200" dirty="0">
              <a:latin typeface="Calibri"/>
              <a:cs typeface="Calibri"/>
            </a:endParaRPr>
          </a:p>
          <a:p>
            <a:pPr marL="12700" marR="5080">
              <a:lnSpc>
                <a:spcPct val="113199"/>
              </a:lnSpc>
              <a:spcBef>
                <a:spcPts val="3690"/>
              </a:spcBef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load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immediate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b="1" dirty="0">
                <a:latin typeface="Calibri"/>
                <a:cs typeface="Calibri"/>
              </a:rPr>
              <a:t>li</a:t>
            </a:r>
            <a:r>
              <a:rPr sz="3200" dirty="0">
                <a:latin typeface="Calibri"/>
                <a:cs typeface="Calibri"/>
              </a:rPr>
              <a:t>)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pseudoinstruction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should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able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load </a:t>
            </a:r>
            <a:r>
              <a:rPr sz="3200" dirty="0">
                <a:latin typeface="Calibri"/>
                <a:cs typeface="Calibri"/>
              </a:rPr>
              <a:t>any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32-</a:t>
            </a:r>
            <a:r>
              <a:rPr sz="3200" b="1" dirty="0">
                <a:latin typeface="Calibri"/>
                <a:cs typeface="Calibri"/>
              </a:rPr>
              <a:t>bit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value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register.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BBE916-5495-EDFC-42B6-01F380AFBEF6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Instructions with Wide Immediate.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59235" y="1070870"/>
            <a:ext cx="91154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Example: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Load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constant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3,998,976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register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x19</a:t>
            </a:r>
            <a:endParaRPr sz="3200" b="1" dirty="0">
              <a:latin typeface="Calibri"/>
              <a:cs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461BE8-E839-6854-5CFF-673C11942994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Instructions with Wide Immediate.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2FDD4-09B7-5383-952D-48F46C608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26D82A6-E83E-4FF0-92C9-01A17A1DF850}"/>
              </a:ext>
            </a:extLst>
          </p:cNvPr>
          <p:cNvSpPr txBox="1"/>
          <p:nvPr/>
        </p:nvSpPr>
        <p:spPr>
          <a:xfrm>
            <a:off x="359235" y="1070870"/>
            <a:ext cx="91154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Example: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Load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constant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3,998,976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register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x19</a:t>
            </a:r>
            <a:endParaRPr sz="3200" b="1" dirty="0">
              <a:latin typeface="Calibri"/>
              <a:cs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BCB30E-6FAE-860D-CBF0-E2674B68AF3B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Instructions with Wide Immediate.</a:t>
            </a:r>
          </a:p>
        </p:txBody>
      </p:sp>
    </p:spTree>
    <p:extLst>
      <p:ext uri="{BB962C8B-B14F-4D97-AF65-F5344CB8AC3E}">
        <p14:creationId xmlns:p14="http://schemas.microsoft.com/office/powerpoint/2010/main" val="46741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59235" y="962420"/>
            <a:ext cx="9115425" cy="121793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3200" b="1" dirty="0">
                <a:latin typeface="Calibri"/>
                <a:cs typeface="Calibri"/>
              </a:rPr>
              <a:t>Example: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Load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constant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3,998,976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register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x19</a:t>
            </a:r>
            <a:endParaRPr sz="32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  <a:tabLst>
                <a:tab pos="2207260" algn="l"/>
                <a:tab pos="4402455" algn="l"/>
                <a:tab pos="6597015" algn="l"/>
              </a:tabLst>
            </a:pPr>
            <a:r>
              <a:rPr sz="3200" spc="-10" dirty="0">
                <a:latin typeface="Courier New"/>
                <a:cs typeface="Courier New"/>
              </a:rPr>
              <a:t>00000000</a:t>
            </a:r>
            <a:r>
              <a:rPr sz="3200" dirty="0">
                <a:latin typeface="Courier New"/>
                <a:cs typeface="Courier New"/>
              </a:rPr>
              <a:t>	</a:t>
            </a:r>
            <a:r>
              <a:rPr sz="3200" spc="-10" dirty="0">
                <a:latin typeface="Courier New"/>
                <a:cs typeface="Courier New"/>
              </a:rPr>
              <a:t>00111101</a:t>
            </a:r>
            <a:r>
              <a:rPr sz="3200" dirty="0">
                <a:latin typeface="Courier New"/>
                <a:cs typeface="Courier New"/>
              </a:rPr>
              <a:t>	</a:t>
            </a:r>
            <a:r>
              <a:rPr sz="3200" spc="-10" dirty="0">
                <a:latin typeface="Courier New"/>
                <a:cs typeface="Courier New"/>
              </a:rPr>
              <a:t>00000101</a:t>
            </a:r>
            <a:r>
              <a:rPr sz="3200" dirty="0">
                <a:latin typeface="Courier New"/>
                <a:cs typeface="Courier New"/>
              </a:rPr>
              <a:t>	</a:t>
            </a:r>
            <a:r>
              <a:rPr sz="3200" spc="-10" dirty="0">
                <a:latin typeface="Courier New"/>
                <a:cs typeface="Courier New"/>
              </a:rPr>
              <a:t>00000000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E4F5346-9F17-CCF2-6D72-1329A9FD8EFA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Instructions with Wide Immediate.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9B61D-C0E9-4C99-9ADB-0877B4242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CEB97E9-B033-E178-C6B9-5F16339566E2}"/>
              </a:ext>
            </a:extLst>
          </p:cNvPr>
          <p:cNvSpPr txBox="1"/>
          <p:nvPr/>
        </p:nvSpPr>
        <p:spPr>
          <a:xfrm>
            <a:off x="359235" y="962420"/>
            <a:ext cx="9115425" cy="121793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3200" b="1" dirty="0">
                <a:latin typeface="Calibri"/>
                <a:cs typeface="Calibri"/>
              </a:rPr>
              <a:t>Example: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Load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constant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3,998,976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register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x19</a:t>
            </a:r>
            <a:endParaRPr sz="32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  <a:tabLst>
                <a:tab pos="2207260" algn="l"/>
                <a:tab pos="4402455" algn="l"/>
                <a:tab pos="6597015" algn="l"/>
              </a:tabLst>
            </a:pPr>
            <a:r>
              <a:rPr sz="3200" spc="-10" dirty="0">
                <a:highlight>
                  <a:srgbClr val="00FFFF"/>
                </a:highlight>
                <a:latin typeface="Courier New"/>
                <a:cs typeface="Courier New"/>
              </a:rPr>
              <a:t>00000000</a:t>
            </a:r>
            <a:r>
              <a:rPr sz="3200" dirty="0">
                <a:highlight>
                  <a:srgbClr val="00FFFF"/>
                </a:highlight>
                <a:latin typeface="Courier New"/>
                <a:cs typeface="Courier New"/>
              </a:rPr>
              <a:t>	</a:t>
            </a:r>
            <a:r>
              <a:rPr sz="3200" spc="-10" dirty="0">
                <a:highlight>
                  <a:srgbClr val="00FFFF"/>
                </a:highlight>
                <a:latin typeface="Courier New"/>
                <a:cs typeface="Courier New"/>
              </a:rPr>
              <a:t>00111101</a:t>
            </a:r>
            <a:r>
              <a:rPr sz="3200" dirty="0">
                <a:highlight>
                  <a:srgbClr val="00FFFF"/>
                </a:highlight>
                <a:latin typeface="Courier New"/>
                <a:cs typeface="Courier New"/>
              </a:rPr>
              <a:t>	</a:t>
            </a:r>
            <a:r>
              <a:rPr sz="3200" spc="-10" dirty="0">
                <a:highlight>
                  <a:srgbClr val="00FFFF"/>
                </a:highlight>
                <a:latin typeface="Courier New"/>
                <a:cs typeface="Courier New"/>
              </a:rPr>
              <a:t>0000</a:t>
            </a:r>
            <a:r>
              <a:rPr sz="3200" spc="-10" dirty="0">
                <a:latin typeface="Courier New"/>
                <a:cs typeface="Courier New"/>
              </a:rPr>
              <a:t>0101</a:t>
            </a:r>
            <a:r>
              <a:rPr sz="3200" dirty="0">
                <a:latin typeface="Courier New"/>
                <a:cs typeface="Courier New"/>
              </a:rPr>
              <a:t>	</a:t>
            </a:r>
            <a:r>
              <a:rPr sz="3200" spc="-10" dirty="0">
                <a:latin typeface="Courier New"/>
                <a:cs typeface="Courier New"/>
              </a:rPr>
              <a:t>00000000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1260706-BCA3-0501-501C-7FFDD5ADE981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Instructions with Wide Immediate.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4C4E2976-CBC4-D41D-087B-1AC6600A7450}"/>
              </a:ext>
            </a:extLst>
          </p:cNvPr>
          <p:cNvSpPr txBox="1"/>
          <p:nvPr/>
        </p:nvSpPr>
        <p:spPr>
          <a:xfrm>
            <a:off x="359235" y="2670415"/>
            <a:ext cx="10351770" cy="1632498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First,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load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upper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20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bits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load</a:t>
            </a:r>
            <a:r>
              <a:rPr sz="3200" i="1" spc="-5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upper</a:t>
            </a:r>
            <a:r>
              <a:rPr sz="3200" i="1" spc="-55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immediate</a:t>
            </a:r>
            <a:endParaRPr sz="3200" dirty="0">
              <a:latin typeface="Calibri"/>
              <a:cs typeface="Calibri"/>
            </a:endParaRPr>
          </a:p>
          <a:p>
            <a:pPr marL="522605">
              <a:lnSpc>
                <a:spcPts val="3229"/>
              </a:lnSpc>
              <a:spcBef>
                <a:spcPts val="1460"/>
              </a:spcBef>
              <a:tabLst>
                <a:tab pos="1376045" algn="l"/>
                <a:tab pos="2442845" algn="l"/>
                <a:tab pos="3296285" algn="l"/>
                <a:tab pos="3936365" algn="l"/>
                <a:tab pos="4790440" algn="l"/>
                <a:tab pos="5217160" algn="l"/>
                <a:tab pos="6283960" algn="l"/>
                <a:tab pos="7350759" algn="l"/>
                <a:tab pos="8418195" algn="l"/>
                <a:tab pos="9484995" algn="l"/>
              </a:tabLst>
            </a:pPr>
            <a:r>
              <a:rPr sz="2800" spc="-25" dirty="0">
                <a:latin typeface="Courier New"/>
                <a:cs typeface="Courier New"/>
              </a:rPr>
              <a:t>lui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x19,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976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//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976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=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0000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0000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0011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1101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0000</a:t>
            </a:r>
            <a:endParaRPr sz="2800" dirty="0">
              <a:latin typeface="Courier New"/>
              <a:cs typeface="Courier New"/>
            </a:endParaRPr>
          </a:p>
          <a:p>
            <a:pPr marL="522605">
              <a:lnSpc>
                <a:spcPts val="3229"/>
              </a:lnSpc>
              <a:tabLst>
                <a:tab pos="1162685" algn="l"/>
                <a:tab pos="2016125" algn="l"/>
                <a:tab pos="2869565" algn="l"/>
                <a:tab pos="4790440" algn="l"/>
                <a:tab pos="6710680" algn="l"/>
                <a:tab pos="8631555" algn="l"/>
              </a:tabLst>
            </a:pPr>
            <a:r>
              <a:rPr sz="2800" spc="-25" dirty="0">
                <a:latin typeface="Courier New"/>
                <a:cs typeface="Courier New"/>
              </a:rPr>
              <a:t>//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x19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has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00000000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00111101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00000000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00000000</a:t>
            </a:r>
            <a:endParaRPr sz="2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278942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209BB-6F84-A81E-EF01-9E9F36F40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5F5CA06-02C0-F935-8ADC-5B0BF344B56B}"/>
              </a:ext>
            </a:extLst>
          </p:cNvPr>
          <p:cNvSpPr txBox="1"/>
          <p:nvPr/>
        </p:nvSpPr>
        <p:spPr>
          <a:xfrm>
            <a:off x="359235" y="962420"/>
            <a:ext cx="9115425" cy="121793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3200" b="1" dirty="0">
                <a:latin typeface="Calibri"/>
                <a:cs typeface="Calibri"/>
              </a:rPr>
              <a:t>Example: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Load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constant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3,998,976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register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x19</a:t>
            </a:r>
            <a:endParaRPr sz="32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  <a:tabLst>
                <a:tab pos="2207260" algn="l"/>
                <a:tab pos="4402455" algn="l"/>
                <a:tab pos="6597015" algn="l"/>
              </a:tabLst>
            </a:pPr>
            <a:r>
              <a:rPr sz="3200" spc="-10" dirty="0">
                <a:latin typeface="Courier New"/>
                <a:cs typeface="Courier New"/>
              </a:rPr>
              <a:t>00000000</a:t>
            </a:r>
            <a:r>
              <a:rPr sz="3200" dirty="0">
                <a:latin typeface="Courier New"/>
                <a:cs typeface="Courier New"/>
              </a:rPr>
              <a:t>	</a:t>
            </a:r>
            <a:r>
              <a:rPr sz="3200" spc="-10" dirty="0">
                <a:latin typeface="Courier New"/>
                <a:cs typeface="Courier New"/>
              </a:rPr>
              <a:t>00111101</a:t>
            </a:r>
            <a:r>
              <a:rPr sz="3200" dirty="0">
                <a:latin typeface="Courier New"/>
                <a:cs typeface="Courier New"/>
              </a:rPr>
              <a:t>	</a:t>
            </a:r>
            <a:r>
              <a:rPr sz="3200" spc="-10" dirty="0">
                <a:latin typeface="Courier New"/>
                <a:cs typeface="Courier New"/>
              </a:rPr>
              <a:t>0000</a:t>
            </a:r>
            <a:r>
              <a:rPr sz="3200" spc="-10" dirty="0">
                <a:highlight>
                  <a:srgbClr val="00FFFF"/>
                </a:highlight>
                <a:latin typeface="Courier New"/>
                <a:cs typeface="Courier New"/>
              </a:rPr>
              <a:t>0101</a:t>
            </a:r>
            <a:r>
              <a:rPr sz="3200" dirty="0">
                <a:highlight>
                  <a:srgbClr val="00FFFF"/>
                </a:highlight>
                <a:latin typeface="Courier New"/>
                <a:cs typeface="Courier New"/>
              </a:rPr>
              <a:t>	</a:t>
            </a:r>
            <a:r>
              <a:rPr sz="3200" spc="-10" dirty="0">
                <a:highlight>
                  <a:srgbClr val="00FFFF"/>
                </a:highlight>
                <a:latin typeface="Courier New"/>
                <a:cs typeface="Courier New"/>
              </a:rPr>
              <a:t>00000000</a:t>
            </a:r>
            <a:endParaRPr sz="3200" dirty="0">
              <a:highlight>
                <a:srgbClr val="00FFFF"/>
              </a:highlight>
              <a:latin typeface="Courier New"/>
              <a:cs typeface="Courier New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4222B-A0F5-2186-7CAF-0A7E5C362AD4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Instructions with Wide Immediate.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A77DE492-A72E-9515-587A-EE882311B2AE}"/>
              </a:ext>
            </a:extLst>
          </p:cNvPr>
          <p:cNvSpPr txBox="1"/>
          <p:nvPr/>
        </p:nvSpPr>
        <p:spPr>
          <a:xfrm>
            <a:off x="359235" y="2670415"/>
            <a:ext cx="10351770" cy="1632498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First,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load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upper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20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bits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load</a:t>
            </a:r>
            <a:r>
              <a:rPr sz="3200" i="1" spc="-5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upper</a:t>
            </a:r>
            <a:r>
              <a:rPr sz="3200" i="1" spc="-55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immediate</a:t>
            </a:r>
            <a:endParaRPr sz="3200" dirty="0">
              <a:latin typeface="Calibri"/>
              <a:cs typeface="Calibri"/>
            </a:endParaRPr>
          </a:p>
          <a:p>
            <a:pPr marL="522605">
              <a:lnSpc>
                <a:spcPts val="3229"/>
              </a:lnSpc>
              <a:spcBef>
                <a:spcPts val="1460"/>
              </a:spcBef>
              <a:tabLst>
                <a:tab pos="1376045" algn="l"/>
                <a:tab pos="2442845" algn="l"/>
                <a:tab pos="3296285" algn="l"/>
                <a:tab pos="3936365" algn="l"/>
                <a:tab pos="4790440" algn="l"/>
                <a:tab pos="5217160" algn="l"/>
                <a:tab pos="6283960" algn="l"/>
                <a:tab pos="7350759" algn="l"/>
                <a:tab pos="8418195" algn="l"/>
                <a:tab pos="9484995" algn="l"/>
              </a:tabLst>
            </a:pPr>
            <a:r>
              <a:rPr sz="2800" spc="-25" dirty="0">
                <a:latin typeface="Courier New"/>
                <a:cs typeface="Courier New"/>
              </a:rPr>
              <a:t>lui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x19,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976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//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976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=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0000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0000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0011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1101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0000</a:t>
            </a:r>
            <a:endParaRPr sz="2800" dirty="0">
              <a:latin typeface="Courier New"/>
              <a:cs typeface="Courier New"/>
            </a:endParaRPr>
          </a:p>
          <a:p>
            <a:pPr marL="522605">
              <a:lnSpc>
                <a:spcPts val="3229"/>
              </a:lnSpc>
              <a:tabLst>
                <a:tab pos="1162685" algn="l"/>
                <a:tab pos="2016125" algn="l"/>
                <a:tab pos="2869565" algn="l"/>
                <a:tab pos="4790440" algn="l"/>
                <a:tab pos="6710680" algn="l"/>
                <a:tab pos="8631555" algn="l"/>
              </a:tabLst>
            </a:pPr>
            <a:r>
              <a:rPr sz="2800" spc="-25" dirty="0">
                <a:latin typeface="Courier New"/>
                <a:cs typeface="Courier New"/>
              </a:rPr>
              <a:t>//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x19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has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00000000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00111101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00000000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00000000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637EDA5-9758-17C3-425B-46426B5E2E38}"/>
              </a:ext>
            </a:extLst>
          </p:cNvPr>
          <p:cNvSpPr txBox="1"/>
          <p:nvPr/>
        </p:nvSpPr>
        <p:spPr>
          <a:xfrm>
            <a:off x="387810" y="4495800"/>
            <a:ext cx="10565130" cy="1619674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3200" dirty="0">
                <a:latin typeface="Calibri"/>
                <a:cs typeface="Calibri"/>
              </a:rPr>
              <a:t>Then,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least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significant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12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bits</a:t>
            </a:r>
            <a:endParaRPr sz="3200" b="1" dirty="0">
              <a:latin typeface="Calibri"/>
              <a:cs typeface="Calibri"/>
            </a:endParaRPr>
          </a:p>
          <a:p>
            <a:pPr marL="522605">
              <a:lnSpc>
                <a:spcPts val="3229"/>
              </a:lnSpc>
              <a:spcBef>
                <a:spcPts val="1390"/>
              </a:spcBef>
              <a:tabLst>
                <a:tab pos="1589405" algn="l"/>
                <a:tab pos="2656205" algn="l"/>
                <a:tab pos="3723004" algn="l"/>
                <a:tab pos="4790440" algn="l"/>
                <a:tab pos="5430520" algn="l"/>
                <a:tab pos="6497320" algn="l"/>
                <a:tab pos="6924040" algn="l"/>
                <a:tab pos="8844915" algn="l"/>
              </a:tabLst>
            </a:pPr>
            <a:r>
              <a:rPr sz="2800" spc="-20" dirty="0">
                <a:latin typeface="Courier New"/>
                <a:cs typeface="Courier New"/>
              </a:rPr>
              <a:t>addi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x19,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x19,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1280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//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1280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=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00000101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00000000</a:t>
            </a:r>
            <a:endParaRPr sz="2800" dirty="0">
              <a:latin typeface="Courier New"/>
              <a:cs typeface="Courier New"/>
            </a:endParaRPr>
          </a:p>
          <a:p>
            <a:pPr marL="522605">
              <a:lnSpc>
                <a:spcPts val="3229"/>
              </a:lnSpc>
              <a:tabLst>
                <a:tab pos="1162685" algn="l"/>
                <a:tab pos="2016125" algn="l"/>
                <a:tab pos="2869565" algn="l"/>
                <a:tab pos="4790440" algn="l"/>
                <a:tab pos="6710680" algn="l"/>
                <a:tab pos="8631555" algn="l"/>
              </a:tabLst>
            </a:pPr>
            <a:r>
              <a:rPr sz="2800" spc="-25" dirty="0">
                <a:latin typeface="Courier New"/>
                <a:cs typeface="Courier New"/>
              </a:rPr>
              <a:t>//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x19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has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00000000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00111101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00000101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00000000</a:t>
            </a:r>
            <a:endParaRPr sz="2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85822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1421" y="1066800"/>
            <a:ext cx="1097279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This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U-</a:t>
            </a:r>
            <a:r>
              <a:rPr sz="3200" b="1" dirty="0">
                <a:latin typeface="Calibri"/>
                <a:cs typeface="Calibri"/>
              </a:rPr>
              <a:t>type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instruction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354" y="2486671"/>
            <a:ext cx="11890932" cy="188465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05CC2B6-AF64-5190-3BFA-4659CE890B53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Instructions with Wide Immediate.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09600" y="963461"/>
            <a:ext cx="10972800" cy="1459865"/>
          </a:xfrm>
          <a:prstGeom prst="rect">
            <a:avLst/>
          </a:prstGeom>
        </p:spPr>
        <p:txBody>
          <a:bodyPr vert="horz" wrap="square" lIns="0" tIns="254635" rIns="0" bIns="0" rtlCol="0">
            <a:spAutoFit/>
          </a:bodyPr>
          <a:lstStyle/>
          <a:p>
            <a:pPr marL="611505" algn="ctr">
              <a:lnSpc>
                <a:spcPct val="100000"/>
              </a:lnSpc>
              <a:spcBef>
                <a:spcPts val="2005"/>
              </a:spcBef>
              <a:tabLst>
                <a:tab pos="1464945" algn="l"/>
                <a:tab pos="2318385" algn="l"/>
                <a:tab pos="3385185" algn="l"/>
                <a:tab pos="4025900" algn="l"/>
                <a:tab pos="5092700" algn="l"/>
                <a:tab pos="7012940" algn="l"/>
                <a:tab pos="8080375" algn="l"/>
                <a:tab pos="9147175" algn="l"/>
              </a:tabLst>
            </a:pPr>
            <a:r>
              <a:rPr sz="2800" spc="-25" dirty="0">
                <a:latin typeface="Courier New"/>
                <a:cs typeface="Courier New"/>
              </a:rPr>
              <a:t>jal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x0,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2000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//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goto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location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0111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1101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0000</a:t>
            </a:r>
            <a:endParaRPr sz="2800" dirty="0">
              <a:latin typeface="Courier New"/>
              <a:cs typeface="Courier New"/>
            </a:endParaRPr>
          </a:p>
          <a:p>
            <a:pPr marL="12700" algn="ctr">
              <a:lnSpc>
                <a:spcPct val="100000"/>
              </a:lnSpc>
              <a:spcBef>
                <a:spcPts val="2185"/>
              </a:spcBef>
            </a:pPr>
            <a:r>
              <a:rPr sz="3200" dirty="0">
                <a:latin typeface="Calibri"/>
                <a:cs typeface="Calibri"/>
              </a:rPr>
              <a:t>This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could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represented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b="1" spc="-35" dirty="0">
                <a:latin typeface="Calibri"/>
                <a:cs typeface="Calibri"/>
              </a:rPr>
              <a:t>UJ-</a:t>
            </a:r>
            <a:r>
              <a:rPr sz="3200" b="1" dirty="0">
                <a:latin typeface="Calibri"/>
                <a:cs typeface="Calibri"/>
              </a:rPr>
              <a:t>type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instruction,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500" y="2791988"/>
            <a:ext cx="11582400" cy="762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9600" y="3996691"/>
            <a:ext cx="1097280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3199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But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20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bits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far</a:t>
            </a:r>
            <a:r>
              <a:rPr sz="3200" b="1" i="1" spc="-4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too</a:t>
            </a:r>
            <a:r>
              <a:rPr sz="3200" b="1" i="1" spc="-4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small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specify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addresses!</a:t>
            </a:r>
            <a:endParaRPr lang="en-US" sz="3200" spc="-10" dirty="0">
              <a:latin typeface="Calibri"/>
              <a:cs typeface="Calibri"/>
            </a:endParaRPr>
          </a:p>
          <a:p>
            <a:pPr marL="12700" marR="5080" algn="ctr">
              <a:lnSpc>
                <a:spcPct val="113199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Instead,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PC-relative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addressing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4000" y="5560169"/>
            <a:ext cx="10058400" cy="587340"/>
          </a:xfrm>
          <a:prstGeom prst="rect">
            <a:avLst/>
          </a:prstGeom>
          <a:solidFill>
            <a:srgbClr val="00FF00">
              <a:alpha val="23818"/>
            </a:srgbClr>
          </a:solidFill>
        </p:spPr>
        <p:txBody>
          <a:bodyPr vert="horz" wrap="square" lIns="0" tIns="93980" rIns="0" bIns="0" rtlCol="0" anchor="ctr">
            <a:spAutoFit/>
          </a:bodyPr>
          <a:lstStyle/>
          <a:p>
            <a:pPr marL="138430" algn="ctr">
              <a:lnSpc>
                <a:spcPct val="100000"/>
              </a:lnSpc>
              <a:spcBef>
                <a:spcPts val="740"/>
              </a:spcBef>
            </a:pPr>
            <a:r>
              <a:rPr sz="3200" b="1" spc="-10" dirty="0">
                <a:latin typeface="Calibri"/>
                <a:cs typeface="Calibri"/>
              </a:rPr>
              <a:t>Program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Counter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=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Program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Counter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+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Branch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offset</a:t>
            </a:r>
            <a:endParaRPr sz="3200" b="1" dirty="0">
              <a:latin typeface="Calibri"/>
              <a:cs typeface="Calibr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E635B6-0F9B-428A-5EAF-CAD4E1D1C055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How Are Branch Instructions Encoded?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6397" y="2198711"/>
            <a:ext cx="6655583" cy="24605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9235" y="1070870"/>
            <a:ext cx="9444990" cy="4865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Example: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Branch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offsets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machine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language</a:t>
            </a:r>
            <a:endParaRPr sz="3200" dirty="0">
              <a:latin typeface="Calibri"/>
              <a:cs typeface="Calibri"/>
            </a:endParaRPr>
          </a:p>
          <a:p>
            <a:pPr marL="160655">
              <a:lnSpc>
                <a:spcPts val="3229"/>
              </a:lnSpc>
              <a:spcBef>
                <a:spcPts val="2755"/>
              </a:spcBef>
            </a:pPr>
            <a:r>
              <a:rPr sz="2800" spc="-10" dirty="0">
                <a:latin typeface="Courier New"/>
                <a:cs typeface="Courier New"/>
              </a:rPr>
              <a:t>Loop:</a:t>
            </a:r>
            <a:endParaRPr sz="2800" dirty="0">
              <a:latin typeface="Courier New"/>
              <a:cs typeface="Courier New"/>
            </a:endParaRPr>
          </a:p>
          <a:p>
            <a:pPr marL="617855" marR="5191125">
              <a:lnSpc>
                <a:spcPts val="3100"/>
              </a:lnSpc>
              <a:spcBef>
                <a:spcPts val="190"/>
              </a:spcBef>
              <a:tabLst>
                <a:tab pos="1257935" algn="l"/>
                <a:tab pos="1471295" algn="l"/>
                <a:tab pos="1684655" algn="l"/>
                <a:tab pos="2112010" algn="l"/>
                <a:tab pos="2538730" algn="l"/>
                <a:tab pos="2752090" algn="l"/>
                <a:tab pos="3605529" algn="l"/>
                <a:tab pos="3818890" algn="l"/>
              </a:tabLst>
            </a:pPr>
            <a:r>
              <a:rPr sz="2800" spc="-20" dirty="0">
                <a:latin typeface="Courier New"/>
                <a:cs typeface="Courier New"/>
              </a:rPr>
              <a:t>slli</a:t>
            </a:r>
            <a:r>
              <a:rPr sz="2800" dirty="0">
                <a:latin typeface="Courier New"/>
                <a:cs typeface="Courier New"/>
              </a:rPr>
              <a:t>		</a:t>
            </a:r>
            <a:r>
              <a:rPr sz="2800" spc="-20" dirty="0">
                <a:latin typeface="Courier New"/>
                <a:cs typeface="Courier New"/>
              </a:rPr>
              <a:t>x10,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x22,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2 </a:t>
            </a:r>
            <a:r>
              <a:rPr sz="2800" spc="-25" dirty="0">
                <a:latin typeface="Courier New"/>
                <a:cs typeface="Courier New"/>
              </a:rPr>
              <a:t>add</a:t>
            </a:r>
            <a:r>
              <a:rPr sz="2800" dirty="0">
                <a:latin typeface="Courier New"/>
                <a:cs typeface="Courier New"/>
              </a:rPr>
              <a:t>		</a:t>
            </a:r>
            <a:r>
              <a:rPr sz="2800" spc="-20" dirty="0">
                <a:latin typeface="Courier New"/>
                <a:cs typeface="Courier New"/>
              </a:rPr>
              <a:t>x10,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x10,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x25 lw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x9,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0(x10)</a:t>
            </a:r>
            <a:endParaRPr sz="2800" dirty="0">
              <a:latin typeface="Courier New"/>
              <a:cs typeface="Courier New"/>
            </a:endParaRPr>
          </a:p>
          <a:p>
            <a:pPr marL="617855" marR="5191125">
              <a:lnSpc>
                <a:spcPts val="3100"/>
              </a:lnSpc>
              <a:tabLst>
                <a:tab pos="1471295" algn="l"/>
                <a:tab pos="1684655" algn="l"/>
                <a:tab pos="2325370" algn="l"/>
                <a:tab pos="2752090" algn="l"/>
                <a:tab pos="3178810" algn="l"/>
                <a:tab pos="3392170" algn="l"/>
                <a:tab pos="3818890" algn="l"/>
              </a:tabLst>
            </a:pPr>
            <a:r>
              <a:rPr sz="2800" spc="-25" dirty="0">
                <a:solidFill>
                  <a:srgbClr val="FF0000"/>
                </a:solidFill>
                <a:latin typeface="Courier New"/>
                <a:cs typeface="Courier New"/>
              </a:rPr>
              <a:t>bne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solidFill>
                  <a:srgbClr val="FF0000"/>
                </a:solidFill>
                <a:latin typeface="Courier New"/>
                <a:cs typeface="Courier New"/>
              </a:rPr>
              <a:t>x9,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0" dirty="0">
                <a:solidFill>
                  <a:srgbClr val="FF0000"/>
                </a:solidFill>
                <a:latin typeface="Courier New"/>
                <a:cs typeface="Courier New"/>
              </a:rPr>
              <a:t>x24,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	</a:t>
            </a:r>
            <a:r>
              <a:rPr sz="2800" spc="-20" dirty="0">
                <a:solidFill>
                  <a:srgbClr val="FF0000"/>
                </a:solidFill>
                <a:latin typeface="Courier New"/>
                <a:cs typeface="Courier New"/>
              </a:rPr>
              <a:t>Exit </a:t>
            </a:r>
            <a:r>
              <a:rPr sz="2800" spc="-20" dirty="0">
                <a:latin typeface="Courier New"/>
                <a:cs typeface="Courier New"/>
              </a:rPr>
              <a:t>addi</a:t>
            </a:r>
            <a:r>
              <a:rPr sz="2800" dirty="0">
                <a:latin typeface="Courier New"/>
                <a:cs typeface="Courier New"/>
              </a:rPr>
              <a:t>		</a:t>
            </a:r>
            <a:r>
              <a:rPr sz="2800" spc="-20" dirty="0">
                <a:latin typeface="Courier New"/>
                <a:cs typeface="Courier New"/>
              </a:rPr>
              <a:t>x22,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x22,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1 </a:t>
            </a:r>
            <a:r>
              <a:rPr sz="2800" spc="-25" dirty="0">
                <a:solidFill>
                  <a:srgbClr val="FF0000"/>
                </a:solidFill>
                <a:latin typeface="Courier New"/>
                <a:cs typeface="Courier New"/>
              </a:rPr>
              <a:t>beq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solidFill>
                  <a:srgbClr val="FF0000"/>
                </a:solidFill>
                <a:latin typeface="Courier New"/>
                <a:cs typeface="Courier New"/>
              </a:rPr>
              <a:t>x0,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solidFill>
                  <a:srgbClr val="FF0000"/>
                </a:solidFill>
                <a:latin typeface="Courier New"/>
                <a:cs typeface="Courier New"/>
              </a:rPr>
              <a:t>x0,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0" dirty="0">
                <a:solidFill>
                  <a:srgbClr val="FF0000"/>
                </a:solidFill>
                <a:latin typeface="Courier New"/>
                <a:cs typeface="Courier New"/>
              </a:rPr>
              <a:t>Loop</a:t>
            </a:r>
            <a:endParaRPr sz="2800" dirty="0">
              <a:latin typeface="Courier New"/>
              <a:cs typeface="Courier New"/>
            </a:endParaRPr>
          </a:p>
          <a:p>
            <a:pPr marL="160655">
              <a:lnSpc>
                <a:spcPts val="3040"/>
              </a:lnSpc>
            </a:pPr>
            <a:r>
              <a:rPr sz="2800" spc="-10" dirty="0">
                <a:latin typeface="Courier New"/>
                <a:cs typeface="Courier New"/>
              </a:rPr>
              <a:t>Exit:</a:t>
            </a:r>
            <a:endParaRPr sz="2800" dirty="0">
              <a:latin typeface="Courier New"/>
              <a:cs typeface="Courier New"/>
            </a:endParaRPr>
          </a:p>
          <a:p>
            <a:pPr marL="1892300">
              <a:lnSpc>
                <a:spcPct val="100000"/>
              </a:lnSpc>
              <a:spcBef>
                <a:spcPts val="2610"/>
              </a:spcBef>
            </a:pPr>
            <a:r>
              <a:rPr sz="3200" dirty="0">
                <a:latin typeface="Calibri"/>
                <a:cs typeface="Calibri"/>
              </a:rPr>
              <a:t>Conditional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branches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SB-</a:t>
            </a:r>
            <a:r>
              <a:rPr sz="3200" b="1" dirty="0">
                <a:latin typeface="Calibri"/>
                <a:cs typeface="Calibri"/>
              </a:rPr>
              <a:t>type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instructions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FCEFFBE-BA1E-3294-BA3F-09959F4A683A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How Are Branch Instructions Encoded?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59235" y="1070870"/>
            <a:ext cx="74961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Example: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Branch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offsets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machine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language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680" y="1908576"/>
            <a:ext cx="4110354" cy="32303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100"/>
              </a:spcBef>
            </a:pPr>
            <a:r>
              <a:rPr sz="2800" spc="-10" dirty="0">
                <a:latin typeface="Courier New"/>
                <a:cs typeface="Courier New"/>
              </a:rPr>
              <a:t>Loop:</a:t>
            </a:r>
            <a:endParaRPr sz="2800" dirty="0">
              <a:latin typeface="Courier New"/>
              <a:cs typeface="Courier New"/>
            </a:endParaRPr>
          </a:p>
          <a:p>
            <a:pPr marL="469265" marR="5080">
              <a:lnSpc>
                <a:spcPts val="3100"/>
              </a:lnSpc>
              <a:spcBef>
                <a:spcPts val="190"/>
              </a:spcBef>
              <a:tabLst>
                <a:tab pos="1109980" algn="l"/>
                <a:tab pos="1323340" algn="l"/>
                <a:tab pos="1536700" algn="l"/>
                <a:tab pos="1963420" algn="l"/>
                <a:tab pos="2390140" algn="l"/>
                <a:tab pos="2603500" algn="l"/>
                <a:tab pos="3456940" algn="l"/>
                <a:tab pos="3670300" algn="l"/>
              </a:tabLst>
            </a:pPr>
            <a:r>
              <a:rPr lang="en-US" sz="2800" spc="-20" dirty="0" err="1">
                <a:latin typeface="Courier New"/>
                <a:cs typeface="Courier New"/>
              </a:rPr>
              <a:t>s</a:t>
            </a:r>
            <a:r>
              <a:rPr sz="2800" spc="-20" dirty="0" err="1">
                <a:latin typeface="Courier New"/>
                <a:cs typeface="Courier New"/>
              </a:rPr>
              <a:t>lli</a:t>
            </a:r>
            <a:r>
              <a:rPr lang="en-US" sz="2800" spc="-20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x10,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x22,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2 </a:t>
            </a:r>
            <a:r>
              <a:rPr sz="2800" spc="-25" dirty="0">
                <a:latin typeface="Courier New"/>
                <a:cs typeface="Courier New"/>
              </a:rPr>
              <a:t>add</a:t>
            </a:r>
            <a:r>
              <a:rPr lang="en-US" sz="2800" spc="-2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x10,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x10,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x25 lw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x9,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0(x10)</a:t>
            </a:r>
            <a:endParaRPr sz="2800" dirty="0">
              <a:latin typeface="Courier New"/>
              <a:cs typeface="Courier New"/>
            </a:endParaRPr>
          </a:p>
          <a:p>
            <a:pPr marL="469265" marR="5080">
              <a:lnSpc>
                <a:spcPts val="3100"/>
              </a:lnSpc>
              <a:tabLst>
                <a:tab pos="1323340" algn="l"/>
                <a:tab pos="1536700" algn="l"/>
                <a:tab pos="2176780" algn="l"/>
                <a:tab pos="2603500" algn="l"/>
                <a:tab pos="3030220" algn="l"/>
                <a:tab pos="3243580" algn="l"/>
                <a:tab pos="3670300" algn="l"/>
              </a:tabLst>
            </a:pPr>
            <a:r>
              <a:rPr sz="2800" spc="-25" dirty="0">
                <a:solidFill>
                  <a:srgbClr val="FF0000"/>
                </a:solidFill>
                <a:latin typeface="Courier New"/>
                <a:cs typeface="Courier New"/>
              </a:rPr>
              <a:t>bne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solidFill>
                  <a:srgbClr val="FF0000"/>
                </a:solidFill>
                <a:latin typeface="Courier New"/>
                <a:cs typeface="Courier New"/>
              </a:rPr>
              <a:t>x9,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0" dirty="0">
                <a:solidFill>
                  <a:srgbClr val="FF0000"/>
                </a:solidFill>
                <a:latin typeface="Courier New"/>
                <a:cs typeface="Courier New"/>
              </a:rPr>
              <a:t>x24,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	</a:t>
            </a:r>
            <a:r>
              <a:rPr sz="2800" spc="-20" dirty="0">
                <a:solidFill>
                  <a:srgbClr val="FF0000"/>
                </a:solidFill>
                <a:latin typeface="Courier New"/>
                <a:cs typeface="Courier New"/>
              </a:rPr>
              <a:t>Exit </a:t>
            </a:r>
            <a:r>
              <a:rPr sz="2800" spc="-20" dirty="0">
                <a:latin typeface="Courier New"/>
                <a:cs typeface="Courier New"/>
              </a:rPr>
              <a:t>addi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lang="en-US" sz="2800" dirty="0">
                <a:latin typeface="Courier New"/>
                <a:cs typeface="Courier New"/>
              </a:rPr>
              <a:t> </a:t>
            </a:r>
            <a:r>
              <a:rPr sz="2800" spc="-20" dirty="0">
                <a:latin typeface="Courier New"/>
                <a:cs typeface="Courier New"/>
              </a:rPr>
              <a:t>x22,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x22,</a:t>
            </a:r>
            <a:r>
              <a:rPr lang="en-US" sz="2800" spc="-20" dirty="0">
                <a:latin typeface="Courier New"/>
                <a:cs typeface="Courier New"/>
              </a:rPr>
              <a:t> </a:t>
            </a:r>
            <a:r>
              <a:rPr sz="2800" spc="-50" dirty="0">
                <a:latin typeface="Courier New"/>
                <a:cs typeface="Courier New"/>
              </a:rPr>
              <a:t>1</a:t>
            </a:r>
            <a:endParaRPr lang="en-US" sz="2800" spc="-50" dirty="0">
              <a:latin typeface="Courier New"/>
              <a:cs typeface="Courier New"/>
            </a:endParaRPr>
          </a:p>
          <a:p>
            <a:pPr marL="469265" marR="5080">
              <a:lnSpc>
                <a:spcPts val="3100"/>
              </a:lnSpc>
              <a:tabLst>
                <a:tab pos="1323340" algn="l"/>
                <a:tab pos="1536700" algn="l"/>
                <a:tab pos="2176780" algn="l"/>
                <a:tab pos="2603500" algn="l"/>
                <a:tab pos="3030220" algn="l"/>
                <a:tab pos="3243580" algn="l"/>
                <a:tab pos="3670300" algn="l"/>
              </a:tabLst>
            </a:pPr>
            <a:r>
              <a:rPr sz="2800" spc="-25" dirty="0" err="1">
                <a:solidFill>
                  <a:srgbClr val="FF0000"/>
                </a:solidFill>
                <a:latin typeface="Courier New"/>
                <a:cs typeface="Courier New"/>
              </a:rPr>
              <a:t>beq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solidFill>
                  <a:srgbClr val="FF0000"/>
                </a:solidFill>
                <a:latin typeface="Courier New"/>
                <a:cs typeface="Courier New"/>
              </a:rPr>
              <a:t>x0,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solidFill>
                  <a:srgbClr val="FF0000"/>
                </a:solidFill>
                <a:latin typeface="Courier New"/>
                <a:cs typeface="Courier New"/>
              </a:rPr>
              <a:t>x0,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0" dirty="0">
                <a:solidFill>
                  <a:srgbClr val="FF0000"/>
                </a:solidFill>
                <a:latin typeface="Courier New"/>
                <a:cs typeface="Courier New"/>
              </a:rPr>
              <a:t>Loop</a:t>
            </a:r>
            <a:endParaRPr sz="2800" dirty="0">
              <a:latin typeface="Courier New"/>
              <a:cs typeface="Courier New"/>
            </a:endParaRPr>
          </a:p>
          <a:p>
            <a:pPr marL="12700">
              <a:lnSpc>
                <a:spcPts val="3040"/>
              </a:lnSpc>
            </a:pPr>
            <a:r>
              <a:rPr sz="2800" spc="-10" dirty="0">
                <a:latin typeface="Courier New"/>
                <a:cs typeface="Courier New"/>
              </a:rPr>
              <a:t>Exit:</a:t>
            </a:r>
            <a:endParaRPr sz="2800" dirty="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6397" y="2198711"/>
            <a:ext cx="6655583" cy="44581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2521" y="3590560"/>
            <a:ext cx="6637083" cy="33665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212783" y="4770610"/>
            <a:ext cx="15290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imm[11:5]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81630" y="4768679"/>
            <a:ext cx="1106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800" spc="-25" dirty="0">
                <a:latin typeface="Calibri"/>
                <a:cs typeface="Calibri"/>
              </a:rPr>
              <a:t>rs2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rs1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31328" y="3639356"/>
            <a:ext cx="5926455" cy="1308100"/>
            <a:chOff x="4631328" y="3639356"/>
            <a:chExt cx="5926455" cy="130810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8208" y="3936603"/>
              <a:ext cx="610222" cy="99184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73642" y="4077181"/>
              <a:ext cx="379730" cy="765810"/>
            </a:xfrm>
            <a:custGeom>
              <a:avLst/>
              <a:gdLst/>
              <a:ahLst/>
              <a:cxnLst/>
              <a:rect l="l" t="t" r="r" b="b"/>
              <a:pathLst>
                <a:path w="379729" h="765810">
                  <a:moveTo>
                    <a:pt x="0" y="765505"/>
                  </a:moveTo>
                  <a:lnTo>
                    <a:pt x="375348" y="8533"/>
                  </a:lnTo>
                  <a:lnTo>
                    <a:pt x="379579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04616" y="3996965"/>
              <a:ext cx="88900" cy="111125"/>
            </a:xfrm>
            <a:custGeom>
              <a:avLst/>
              <a:gdLst/>
              <a:ahLst/>
              <a:cxnLst/>
              <a:rect l="l" t="t" r="r" b="b"/>
              <a:pathLst>
                <a:path w="88900" h="111125">
                  <a:moveTo>
                    <a:pt x="88380" y="0"/>
                  </a:moveTo>
                  <a:lnTo>
                    <a:pt x="0" y="66746"/>
                  </a:lnTo>
                  <a:lnTo>
                    <a:pt x="88748" y="110751"/>
                  </a:lnTo>
                  <a:lnTo>
                    <a:pt x="88380" y="0"/>
                  </a:lnTo>
                  <a:close/>
                </a:path>
              </a:pathLst>
            </a:custGeom>
            <a:solidFill>
              <a:srgbClr val="6B2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6894" y="3937790"/>
              <a:ext cx="175260" cy="99370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324524" y="4052725"/>
              <a:ext cx="0" cy="828040"/>
            </a:xfrm>
            <a:custGeom>
              <a:avLst/>
              <a:gdLst/>
              <a:ahLst/>
              <a:cxnLst/>
              <a:rect l="l" t="t" r="r" b="b"/>
              <a:pathLst>
                <a:path h="828039">
                  <a:moveTo>
                    <a:pt x="0" y="827968"/>
                  </a:moveTo>
                  <a:lnTo>
                    <a:pt x="0" y="9525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74994" y="3963190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59" h="99060">
                  <a:moveTo>
                    <a:pt x="49529" y="0"/>
                  </a:moveTo>
                  <a:lnTo>
                    <a:pt x="0" y="99060"/>
                  </a:lnTo>
                  <a:lnTo>
                    <a:pt x="99060" y="99060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6B2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97851" y="3953549"/>
              <a:ext cx="175260" cy="99370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985481" y="4068484"/>
              <a:ext cx="0" cy="828040"/>
            </a:xfrm>
            <a:custGeom>
              <a:avLst/>
              <a:gdLst/>
              <a:ahLst/>
              <a:cxnLst/>
              <a:rect l="l" t="t" r="r" b="b"/>
              <a:pathLst>
                <a:path h="828039">
                  <a:moveTo>
                    <a:pt x="0" y="827968"/>
                  </a:moveTo>
                  <a:lnTo>
                    <a:pt x="0" y="9525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935951" y="3978949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59" h="99060">
                  <a:moveTo>
                    <a:pt x="49529" y="0"/>
                  </a:moveTo>
                  <a:lnTo>
                    <a:pt x="0" y="99060"/>
                  </a:lnTo>
                  <a:lnTo>
                    <a:pt x="99059" y="99060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6B2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81991" y="3947060"/>
              <a:ext cx="175260" cy="99370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469621" y="4061995"/>
              <a:ext cx="0" cy="828040"/>
            </a:xfrm>
            <a:custGeom>
              <a:avLst/>
              <a:gdLst/>
              <a:ahLst/>
              <a:cxnLst/>
              <a:rect l="l" t="t" r="r" b="b"/>
              <a:pathLst>
                <a:path h="828039">
                  <a:moveTo>
                    <a:pt x="0" y="827968"/>
                  </a:moveTo>
                  <a:lnTo>
                    <a:pt x="0" y="9524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420091" y="3972459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59" h="99060">
                  <a:moveTo>
                    <a:pt x="49529" y="0"/>
                  </a:moveTo>
                  <a:lnTo>
                    <a:pt x="0" y="99059"/>
                  </a:lnTo>
                  <a:lnTo>
                    <a:pt x="99059" y="99059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6B2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631328" y="3746036"/>
              <a:ext cx="601980" cy="0"/>
            </a:xfrm>
            <a:custGeom>
              <a:avLst/>
              <a:gdLst/>
              <a:ahLst/>
              <a:cxnLst/>
              <a:rect l="l" t="t" r="r" b="b"/>
              <a:pathLst>
                <a:path w="601979">
                  <a:moveTo>
                    <a:pt x="0" y="0"/>
                  </a:moveTo>
                  <a:lnTo>
                    <a:pt x="576339" y="0"/>
                  </a:lnTo>
                  <a:lnTo>
                    <a:pt x="601739" y="0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07668" y="3639356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0"/>
                  </a:moveTo>
                  <a:lnTo>
                    <a:pt x="0" y="213360"/>
                  </a:lnTo>
                  <a:lnTo>
                    <a:pt x="213360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545265" y="4808617"/>
            <a:ext cx="2124710" cy="84645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 indent="361950">
              <a:lnSpc>
                <a:spcPts val="3100"/>
              </a:lnSpc>
              <a:spcBef>
                <a:spcPts val="420"/>
              </a:spcBef>
            </a:pPr>
            <a:r>
              <a:rPr sz="2800" spc="-10" dirty="0">
                <a:latin typeface="Calibri"/>
                <a:cs typeface="Calibri"/>
              </a:rPr>
              <a:t>imm[4:0]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"goto</a:t>
            </a:r>
            <a:r>
              <a:rPr sz="2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PC</a:t>
            </a:r>
            <a:r>
              <a:rPr sz="2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2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12”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15E273C5-C669-F5C9-A8C8-9615E5448FAC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How Are Branch Instructions Encoded?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59235" y="1070870"/>
            <a:ext cx="7496175" cy="404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Example: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Branch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offsets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machine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language</a:t>
            </a:r>
            <a:endParaRPr sz="3200">
              <a:latin typeface="Calibri"/>
              <a:cs typeface="Calibri"/>
            </a:endParaRPr>
          </a:p>
          <a:p>
            <a:pPr marL="160655">
              <a:lnSpc>
                <a:spcPts val="3229"/>
              </a:lnSpc>
              <a:spcBef>
                <a:spcPts val="2755"/>
              </a:spcBef>
            </a:pPr>
            <a:r>
              <a:rPr sz="2800" spc="-10" dirty="0">
                <a:latin typeface="Courier New"/>
                <a:cs typeface="Courier New"/>
              </a:rPr>
              <a:t>Loop:</a:t>
            </a:r>
            <a:endParaRPr sz="2800">
              <a:latin typeface="Courier New"/>
              <a:cs typeface="Courier New"/>
            </a:endParaRPr>
          </a:p>
          <a:p>
            <a:pPr marL="617855" marR="3241675">
              <a:lnSpc>
                <a:spcPts val="3100"/>
              </a:lnSpc>
              <a:spcBef>
                <a:spcPts val="190"/>
              </a:spcBef>
              <a:tabLst>
                <a:tab pos="1257935" algn="l"/>
                <a:tab pos="1471295" algn="l"/>
                <a:tab pos="1684655" algn="l"/>
                <a:tab pos="2112010" algn="l"/>
                <a:tab pos="2538730" algn="l"/>
                <a:tab pos="2752090" algn="l"/>
                <a:tab pos="3605529" algn="l"/>
                <a:tab pos="3818890" algn="l"/>
              </a:tabLst>
            </a:pPr>
            <a:r>
              <a:rPr sz="2800" spc="-20" dirty="0">
                <a:latin typeface="Courier New"/>
                <a:cs typeface="Courier New"/>
              </a:rPr>
              <a:t>slli</a:t>
            </a:r>
            <a:r>
              <a:rPr sz="2800" dirty="0">
                <a:latin typeface="Courier New"/>
                <a:cs typeface="Courier New"/>
              </a:rPr>
              <a:t>		</a:t>
            </a:r>
            <a:r>
              <a:rPr sz="2800" spc="-20" dirty="0">
                <a:latin typeface="Courier New"/>
                <a:cs typeface="Courier New"/>
              </a:rPr>
              <a:t>x10,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x22,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2 </a:t>
            </a:r>
            <a:r>
              <a:rPr sz="2800" spc="-25" dirty="0">
                <a:latin typeface="Courier New"/>
                <a:cs typeface="Courier New"/>
              </a:rPr>
              <a:t>add</a:t>
            </a:r>
            <a:r>
              <a:rPr sz="2800" dirty="0">
                <a:latin typeface="Courier New"/>
                <a:cs typeface="Courier New"/>
              </a:rPr>
              <a:t>		</a:t>
            </a:r>
            <a:r>
              <a:rPr sz="2800" spc="-20" dirty="0">
                <a:latin typeface="Courier New"/>
                <a:cs typeface="Courier New"/>
              </a:rPr>
              <a:t>x10,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x10,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x25 lw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x9,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0(x10)</a:t>
            </a:r>
            <a:endParaRPr sz="2800">
              <a:latin typeface="Courier New"/>
              <a:cs typeface="Courier New"/>
            </a:endParaRPr>
          </a:p>
          <a:p>
            <a:pPr marL="617855" marR="3241675">
              <a:lnSpc>
                <a:spcPts val="3100"/>
              </a:lnSpc>
              <a:tabLst>
                <a:tab pos="1471295" algn="l"/>
                <a:tab pos="1684655" algn="l"/>
                <a:tab pos="2325370" algn="l"/>
                <a:tab pos="2752090" algn="l"/>
                <a:tab pos="3178810" algn="l"/>
                <a:tab pos="3392170" algn="l"/>
                <a:tab pos="3818890" algn="l"/>
              </a:tabLst>
            </a:pPr>
            <a:r>
              <a:rPr sz="2800" spc="-25" dirty="0">
                <a:solidFill>
                  <a:srgbClr val="FF0000"/>
                </a:solidFill>
                <a:latin typeface="Courier New"/>
                <a:cs typeface="Courier New"/>
              </a:rPr>
              <a:t>bne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solidFill>
                  <a:srgbClr val="FF0000"/>
                </a:solidFill>
                <a:latin typeface="Courier New"/>
                <a:cs typeface="Courier New"/>
              </a:rPr>
              <a:t>x9,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0" dirty="0">
                <a:solidFill>
                  <a:srgbClr val="FF0000"/>
                </a:solidFill>
                <a:latin typeface="Courier New"/>
                <a:cs typeface="Courier New"/>
              </a:rPr>
              <a:t>x24,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	</a:t>
            </a:r>
            <a:r>
              <a:rPr sz="2800" spc="-20" dirty="0">
                <a:solidFill>
                  <a:srgbClr val="FF0000"/>
                </a:solidFill>
                <a:latin typeface="Courier New"/>
                <a:cs typeface="Courier New"/>
              </a:rPr>
              <a:t>Exit </a:t>
            </a:r>
            <a:r>
              <a:rPr sz="2800" spc="-20" dirty="0">
                <a:latin typeface="Courier New"/>
                <a:cs typeface="Courier New"/>
              </a:rPr>
              <a:t>addi</a:t>
            </a:r>
            <a:r>
              <a:rPr sz="2800" dirty="0">
                <a:latin typeface="Courier New"/>
                <a:cs typeface="Courier New"/>
              </a:rPr>
              <a:t>		</a:t>
            </a:r>
            <a:r>
              <a:rPr sz="2800" spc="-20" dirty="0">
                <a:latin typeface="Courier New"/>
                <a:cs typeface="Courier New"/>
              </a:rPr>
              <a:t>x22,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x22,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1 </a:t>
            </a:r>
            <a:r>
              <a:rPr sz="2800" spc="-25" dirty="0">
                <a:solidFill>
                  <a:srgbClr val="FF0000"/>
                </a:solidFill>
                <a:latin typeface="Courier New"/>
                <a:cs typeface="Courier New"/>
              </a:rPr>
              <a:t>beq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solidFill>
                  <a:srgbClr val="FF0000"/>
                </a:solidFill>
                <a:latin typeface="Courier New"/>
                <a:cs typeface="Courier New"/>
              </a:rPr>
              <a:t>x0,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5" dirty="0">
                <a:solidFill>
                  <a:srgbClr val="FF0000"/>
                </a:solidFill>
                <a:latin typeface="Courier New"/>
                <a:cs typeface="Courier New"/>
              </a:rPr>
              <a:t>x0,</a:t>
            </a:r>
            <a:r>
              <a:rPr sz="2800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sz="2800" spc="-20" dirty="0">
                <a:solidFill>
                  <a:srgbClr val="FF0000"/>
                </a:solidFill>
                <a:latin typeface="Courier New"/>
                <a:cs typeface="Courier New"/>
              </a:rPr>
              <a:t>Loop</a:t>
            </a:r>
            <a:endParaRPr sz="2800">
              <a:latin typeface="Courier New"/>
              <a:cs typeface="Courier New"/>
            </a:endParaRPr>
          </a:p>
          <a:p>
            <a:pPr marL="160655">
              <a:lnSpc>
                <a:spcPts val="3040"/>
              </a:lnSpc>
            </a:pPr>
            <a:r>
              <a:rPr sz="2800" spc="-10" dirty="0">
                <a:latin typeface="Courier New"/>
                <a:cs typeface="Courier New"/>
              </a:rPr>
              <a:t>Exit:</a:t>
            </a:r>
            <a:endParaRPr sz="28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6397" y="2198711"/>
            <a:ext cx="6655583" cy="44581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7146" y="4393806"/>
            <a:ext cx="6632457" cy="39514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212783" y="5405609"/>
            <a:ext cx="15290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imm[11:5]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81630" y="5403679"/>
            <a:ext cx="1106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2800" spc="-25" dirty="0">
                <a:latin typeface="Calibri"/>
                <a:cs typeface="Calibri"/>
              </a:rPr>
              <a:t>rs2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rs1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7724" y="5443616"/>
            <a:ext cx="13487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imm[4:0]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31328" y="4464856"/>
            <a:ext cx="5926455" cy="1119505"/>
            <a:chOff x="4631328" y="4464856"/>
            <a:chExt cx="5926455" cy="111950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8092" y="4798177"/>
              <a:ext cx="468882" cy="76274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73642" y="4937757"/>
              <a:ext cx="241300" cy="540385"/>
            </a:xfrm>
            <a:custGeom>
              <a:avLst/>
              <a:gdLst/>
              <a:ahLst/>
              <a:cxnLst/>
              <a:rect l="l" t="t" r="r" b="b"/>
              <a:pathLst>
                <a:path w="241300" h="540385">
                  <a:moveTo>
                    <a:pt x="0" y="539928"/>
                  </a:moveTo>
                  <a:lnTo>
                    <a:pt x="237371" y="8696"/>
                  </a:lnTo>
                  <a:lnTo>
                    <a:pt x="241257" y="0"/>
                  </a:lnTo>
                </a:path>
              </a:pathLst>
            </a:custGeom>
            <a:ln w="19049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65792" y="4856011"/>
              <a:ext cx="90805" cy="111125"/>
            </a:xfrm>
            <a:custGeom>
              <a:avLst/>
              <a:gdLst/>
              <a:ahLst/>
              <a:cxnLst/>
              <a:rect l="l" t="t" r="r" b="b"/>
              <a:pathLst>
                <a:path w="90804" h="111125">
                  <a:moveTo>
                    <a:pt x="85633" y="0"/>
                  </a:moveTo>
                  <a:lnTo>
                    <a:pt x="0" y="70236"/>
                  </a:lnTo>
                  <a:lnTo>
                    <a:pt x="90441" y="110648"/>
                  </a:lnTo>
                  <a:lnTo>
                    <a:pt x="85633" y="0"/>
                  </a:lnTo>
                  <a:close/>
                </a:path>
              </a:pathLst>
            </a:custGeom>
            <a:solidFill>
              <a:srgbClr val="6B2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07281" y="4784145"/>
              <a:ext cx="206328" cy="78582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299952" y="4902487"/>
              <a:ext cx="24765" cy="613410"/>
            </a:xfrm>
            <a:custGeom>
              <a:avLst/>
              <a:gdLst/>
              <a:ahLst/>
              <a:cxnLst/>
              <a:rect l="l" t="t" r="r" b="b"/>
              <a:pathLst>
                <a:path w="24765" h="613410">
                  <a:moveTo>
                    <a:pt x="24572" y="613206"/>
                  </a:moveTo>
                  <a:lnTo>
                    <a:pt x="381" y="9517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50843" y="4813024"/>
              <a:ext cx="99060" cy="100965"/>
            </a:xfrm>
            <a:custGeom>
              <a:avLst/>
              <a:gdLst/>
              <a:ahLst/>
              <a:cxnLst/>
              <a:rect l="l" t="t" r="r" b="b"/>
              <a:pathLst>
                <a:path w="99059" h="100964">
                  <a:moveTo>
                    <a:pt x="45524" y="0"/>
                  </a:moveTo>
                  <a:lnTo>
                    <a:pt x="0" y="100963"/>
                  </a:lnTo>
                  <a:lnTo>
                    <a:pt x="98981" y="96996"/>
                  </a:lnTo>
                  <a:lnTo>
                    <a:pt x="45524" y="0"/>
                  </a:lnTo>
                  <a:close/>
                </a:path>
              </a:pathLst>
            </a:custGeom>
            <a:solidFill>
              <a:srgbClr val="6B2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80380" y="4798638"/>
              <a:ext cx="193603" cy="78566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970988" y="4915599"/>
              <a:ext cx="14604" cy="615950"/>
            </a:xfrm>
            <a:custGeom>
              <a:avLst/>
              <a:gdLst/>
              <a:ahLst/>
              <a:cxnLst/>
              <a:rect l="l" t="t" r="r" b="b"/>
              <a:pathLst>
                <a:path w="14604" h="615950">
                  <a:moveTo>
                    <a:pt x="14492" y="615853"/>
                  </a:moveTo>
                  <a:lnTo>
                    <a:pt x="224" y="9522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921696" y="4826088"/>
              <a:ext cx="99060" cy="100330"/>
            </a:xfrm>
            <a:custGeom>
              <a:avLst/>
              <a:gdLst/>
              <a:ahLst/>
              <a:cxnLst/>
              <a:rect l="l" t="t" r="r" b="b"/>
              <a:pathLst>
                <a:path w="99059" h="100329">
                  <a:moveTo>
                    <a:pt x="47185" y="0"/>
                  </a:moveTo>
                  <a:lnTo>
                    <a:pt x="0" y="100197"/>
                  </a:lnTo>
                  <a:lnTo>
                    <a:pt x="99032" y="97867"/>
                  </a:lnTo>
                  <a:lnTo>
                    <a:pt x="47185" y="0"/>
                  </a:lnTo>
                  <a:close/>
                </a:path>
              </a:pathLst>
            </a:custGeom>
            <a:solidFill>
              <a:srgbClr val="6B2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76229" y="4776502"/>
              <a:ext cx="181307" cy="79992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464824" y="4892098"/>
              <a:ext cx="5080" cy="633095"/>
            </a:xfrm>
            <a:custGeom>
              <a:avLst/>
              <a:gdLst/>
              <a:ahLst/>
              <a:cxnLst/>
              <a:rect l="l" t="t" r="r" b="b"/>
              <a:pathLst>
                <a:path w="5079" h="633095">
                  <a:moveTo>
                    <a:pt x="4796" y="632865"/>
                  </a:moveTo>
                  <a:lnTo>
                    <a:pt x="72" y="9524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415367" y="4802566"/>
              <a:ext cx="99060" cy="99695"/>
            </a:xfrm>
            <a:custGeom>
              <a:avLst/>
              <a:gdLst/>
              <a:ahLst/>
              <a:cxnLst/>
              <a:rect l="l" t="t" r="r" b="b"/>
              <a:pathLst>
                <a:path w="99059" h="99695">
                  <a:moveTo>
                    <a:pt x="48778" y="0"/>
                  </a:moveTo>
                  <a:lnTo>
                    <a:pt x="0" y="99432"/>
                  </a:lnTo>
                  <a:lnTo>
                    <a:pt x="99057" y="98681"/>
                  </a:lnTo>
                  <a:lnTo>
                    <a:pt x="48778" y="0"/>
                  </a:lnTo>
                  <a:close/>
                </a:path>
              </a:pathLst>
            </a:custGeom>
            <a:solidFill>
              <a:srgbClr val="6B2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631328" y="4571536"/>
              <a:ext cx="620395" cy="0"/>
            </a:xfrm>
            <a:custGeom>
              <a:avLst/>
              <a:gdLst/>
              <a:ahLst/>
              <a:cxnLst/>
              <a:rect l="l" t="t" r="r" b="b"/>
              <a:pathLst>
                <a:path w="620395">
                  <a:moveTo>
                    <a:pt x="0" y="0"/>
                  </a:moveTo>
                  <a:lnTo>
                    <a:pt x="594495" y="0"/>
                  </a:lnTo>
                  <a:lnTo>
                    <a:pt x="619895" y="0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25824" y="4464856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0"/>
                  </a:moveTo>
                  <a:lnTo>
                    <a:pt x="0" y="213360"/>
                  </a:lnTo>
                  <a:lnTo>
                    <a:pt x="213360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720913" y="6149069"/>
            <a:ext cx="2055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"goto</a:t>
            </a:r>
            <a:r>
              <a:rPr sz="2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PC</a:t>
            </a:r>
            <a:r>
              <a:rPr sz="2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 20”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797694" y="5767042"/>
            <a:ext cx="749935" cy="638810"/>
            <a:chOff x="9797694" y="5767042"/>
            <a:chExt cx="749935" cy="638810"/>
          </a:xfrm>
        </p:grpSpPr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97694" y="5767042"/>
              <a:ext cx="749379" cy="63873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952228" y="5901944"/>
              <a:ext cx="440690" cy="343535"/>
            </a:xfrm>
            <a:custGeom>
              <a:avLst/>
              <a:gdLst/>
              <a:ahLst/>
              <a:cxnLst/>
              <a:rect l="l" t="t" r="r" b="b"/>
              <a:pathLst>
                <a:path w="440690" h="343535">
                  <a:moveTo>
                    <a:pt x="0" y="343530"/>
                  </a:moveTo>
                  <a:lnTo>
                    <a:pt x="7509" y="337670"/>
                  </a:lnTo>
                  <a:lnTo>
                    <a:pt x="432801" y="5859"/>
                  </a:lnTo>
                  <a:lnTo>
                    <a:pt x="44031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881628" y="5846876"/>
              <a:ext cx="581660" cy="454025"/>
            </a:xfrm>
            <a:custGeom>
              <a:avLst/>
              <a:gdLst/>
              <a:ahLst/>
              <a:cxnLst/>
              <a:rect l="l" t="t" r="r" b="b"/>
              <a:pathLst>
                <a:path w="581659" h="454025">
                  <a:moveTo>
                    <a:pt x="108572" y="431800"/>
                  </a:moveTo>
                  <a:lnTo>
                    <a:pt x="47637" y="353695"/>
                  </a:lnTo>
                  <a:lnTo>
                    <a:pt x="0" y="453682"/>
                  </a:lnTo>
                  <a:lnTo>
                    <a:pt x="108572" y="431800"/>
                  </a:lnTo>
                  <a:close/>
                </a:path>
                <a:path w="581659" h="454025">
                  <a:moveTo>
                    <a:pt x="581494" y="0"/>
                  </a:moveTo>
                  <a:lnTo>
                    <a:pt x="472922" y="21882"/>
                  </a:lnTo>
                  <a:lnTo>
                    <a:pt x="533857" y="99987"/>
                  </a:lnTo>
                  <a:lnTo>
                    <a:pt x="58149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104771" y="5803908"/>
            <a:ext cx="675640" cy="545465"/>
            <a:chOff x="7104771" y="5803908"/>
            <a:chExt cx="675640" cy="545465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04771" y="5803908"/>
              <a:ext cx="675356" cy="54498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259589" y="5936109"/>
              <a:ext cx="365760" cy="255270"/>
            </a:xfrm>
            <a:custGeom>
              <a:avLst/>
              <a:gdLst/>
              <a:ahLst/>
              <a:cxnLst/>
              <a:rect l="l" t="t" r="r" b="b"/>
              <a:pathLst>
                <a:path w="365759" h="255270">
                  <a:moveTo>
                    <a:pt x="365721" y="255181"/>
                  </a:moveTo>
                  <a:lnTo>
                    <a:pt x="357910" y="249730"/>
                  </a:lnTo>
                  <a:lnTo>
                    <a:pt x="7811" y="5450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86155" y="5884887"/>
              <a:ext cx="513080" cy="358140"/>
            </a:xfrm>
            <a:custGeom>
              <a:avLst/>
              <a:gdLst/>
              <a:ahLst/>
              <a:cxnLst/>
              <a:rect l="l" t="t" r="r" b="b"/>
              <a:pathLst>
                <a:path w="513079" h="358139">
                  <a:moveTo>
                    <a:pt x="109575" y="16052"/>
                  </a:moveTo>
                  <a:lnTo>
                    <a:pt x="0" y="0"/>
                  </a:lnTo>
                  <a:lnTo>
                    <a:pt x="52895" y="97294"/>
                  </a:lnTo>
                  <a:lnTo>
                    <a:pt x="109575" y="16052"/>
                  </a:lnTo>
                  <a:close/>
                </a:path>
                <a:path w="513079" h="358139">
                  <a:moveTo>
                    <a:pt x="512572" y="357644"/>
                  </a:moveTo>
                  <a:lnTo>
                    <a:pt x="459676" y="260337"/>
                  </a:lnTo>
                  <a:lnTo>
                    <a:pt x="402996" y="341579"/>
                  </a:lnTo>
                  <a:lnTo>
                    <a:pt x="512572" y="35764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EBD60EB1-BF7E-34B7-A326-9C01EE395D00}"/>
              </a:ext>
            </a:extLst>
          </p:cNvPr>
          <p:cNvSpPr txBox="1">
            <a:spLocks/>
          </p:cNvSpPr>
          <p:nvPr/>
        </p:nvSpPr>
        <p:spPr>
          <a:xfrm>
            <a:off x="838199" y="-2959"/>
            <a:ext cx="11355091" cy="688760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10000"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Arial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500" dirty="0">
                <a:solidFill>
                  <a:schemeClr val="tx1"/>
                </a:solidFill>
                <a:ea typeface="Calibri"/>
                <a:cs typeface="Calibri"/>
              </a:rPr>
              <a:t>How Are Branch Instructions Encoded?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W General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11310</TotalTime>
  <Words>1434</Words>
  <Application>Microsoft Office PowerPoint</Application>
  <PresentationFormat>Widescreen</PresentationFormat>
  <Paragraphs>239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Courier New</vt:lpstr>
      <vt:lpstr>Times New Roman</vt:lpstr>
      <vt:lpstr>Wingdings</vt:lpstr>
      <vt:lpstr>GW General</vt:lpstr>
      <vt:lpstr>CS 2160 Introduction to Assembly Programming and Computer Organization  Lecture 07: Instruction Representations</vt:lpstr>
      <vt:lpstr>Today’s Agenda.</vt:lpstr>
      <vt:lpstr>RISK-V Integer Instructions.</vt:lpstr>
      <vt:lpstr>What Data Means.</vt:lpstr>
      <vt:lpstr>What Data Means.</vt:lpstr>
      <vt:lpstr>PowerPoint Presentation</vt:lpstr>
      <vt:lpstr>Each character represented with 8 bits (a byte)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CS4200: Computer Architecture Introduction to Computer Architecture</dc:title>
  <dc:creator>Gedare Bloom</dc:creator>
  <cp:lastModifiedBy>Himon Thakur</cp:lastModifiedBy>
  <cp:revision>743</cp:revision>
  <dcterms:created xsi:type="dcterms:W3CDTF">2020-08-23T20:53:13Z</dcterms:created>
  <dcterms:modified xsi:type="dcterms:W3CDTF">2026-09-29T22:33:23Z</dcterms:modified>
</cp:coreProperties>
</file>