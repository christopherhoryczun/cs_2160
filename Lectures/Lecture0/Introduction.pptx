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2"/>
  </p:notesMasterIdLst>
  <p:sldIdLst>
    <p:sldId id="256" r:id="rId5"/>
    <p:sldId id="257" r:id="rId6"/>
    <p:sldId id="332" r:id="rId7"/>
    <p:sldId id="337" r:id="rId8"/>
    <p:sldId id="336" r:id="rId9"/>
    <p:sldId id="322" r:id="rId10"/>
    <p:sldId id="323" r:id="rId11"/>
    <p:sldId id="324" r:id="rId12"/>
    <p:sldId id="325" r:id="rId13"/>
    <p:sldId id="328" r:id="rId14"/>
    <p:sldId id="329" r:id="rId15"/>
    <p:sldId id="330" r:id="rId16"/>
    <p:sldId id="331" r:id="rId17"/>
    <p:sldId id="310" r:id="rId18"/>
    <p:sldId id="276" r:id="rId19"/>
    <p:sldId id="338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amble" id="{5D51E0E6-D01F-4CFB-BBAD-22C3F26EC290}">
          <p14:sldIdLst>
            <p14:sldId id="256"/>
            <p14:sldId id="257"/>
            <p14:sldId id="332"/>
            <p14:sldId id="337"/>
            <p14:sldId id="336"/>
          </p14:sldIdLst>
        </p14:section>
        <p14:section name="Chapter 1: Course Details" id="{B585BEF1-F5C3-463F-A08B-37B3711E5537}">
          <p14:sldIdLst>
            <p14:sldId id="322"/>
            <p14:sldId id="323"/>
            <p14:sldId id="324"/>
            <p14:sldId id="325"/>
            <p14:sldId id="328"/>
            <p14:sldId id="329"/>
            <p14:sldId id="330"/>
            <p14:sldId id="331"/>
          </p14:sldIdLst>
        </p14:section>
        <p14:section name="Chapter 02: Quiz" id="{BA91DCF1-54F2-46F1-BA1C-AFDB9B80EEEB}">
          <p14:sldIdLst>
            <p14:sldId id="310"/>
            <p14:sldId id="276"/>
            <p14:sldId id="338"/>
          </p14:sldIdLst>
        </p14:section>
        <p14:section name="Chapter 03: Recap" id="{64F32CAD-73F8-4EA5-B098-172B45B9903E}">
          <p14:sldIdLst/>
        </p14:section>
        <p14:section name="Chapter 04: Computer Organization" id="{2D4ACDF6-4444-4278-B0D9-6CD0F78D5CD0}">
          <p14:sldIdLst/>
        </p14:section>
        <p14:section name="Chapter 05: Assembly Language" id="{C1919DAE-58AE-459F-AD6A-096D37552FA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657" dt="2026-08-24T21:14:49.200"/>
    <p1510:client id="{0E6BF1C1-F181-FBC5-9BCE-6FC95A2287F5}" v="18" dt="2026-08-24T22:44:31.010"/>
    <p1510:client id="{22FFBA66-10E1-4195-8B50-2E907EE954EE}" v="8" dt="2026-08-24T08:07:22.331"/>
    <p1510:client id="{40E4CF11-515C-9AD9-867B-05409E372A6C}" v="171" dt="2026-08-24T22:36:32.985"/>
    <p1510:client id="{C0C06CD3-48B8-08DB-CECD-D8101E42125C}" v="728" dt="2026-08-24T22:17:08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on Thakur" userId="S::hthakur@uccs.edu::a867ebe2-df71-45de-bd76-0e0838cc4be1" providerId="AD" clId="Web-{40E4CF11-515C-9AD9-867B-05409E372A6C}"/>
    <pc:docChg chg="addSld delSld modSld modSection">
      <pc:chgData name="Himon Thakur" userId="S::hthakur@uccs.edu::a867ebe2-df71-45de-bd76-0e0838cc4be1" providerId="AD" clId="Web-{40E4CF11-515C-9AD9-867B-05409E372A6C}" dt="2026-08-24T22:36:16.313" v="168"/>
      <pc:docMkLst>
        <pc:docMk/>
      </pc:docMkLst>
      <pc:sldChg chg="modSp">
        <pc:chgData name="Himon Thakur" userId="S::hthakur@uccs.edu::a867ebe2-df71-45de-bd76-0e0838cc4be1" providerId="AD" clId="Web-{40E4CF11-515C-9AD9-867B-05409E372A6C}" dt="2026-08-24T22:34:41.609" v="7" actId="20577"/>
        <pc:sldMkLst>
          <pc:docMk/>
          <pc:sldMk cId="3567658032" sldId="276"/>
        </pc:sldMkLst>
        <pc:spChg chg="mod">
          <ac:chgData name="Himon Thakur" userId="S::hthakur@uccs.edu::a867ebe2-df71-45de-bd76-0e0838cc4be1" providerId="AD" clId="Web-{40E4CF11-515C-9AD9-867B-05409E372A6C}" dt="2026-08-24T22:34:41.609" v="7" actId="20577"/>
          <ac:spMkLst>
            <pc:docMk/>
            <pc:sldMk cId="3567658032" sldId="276"/>
            <ac:spMk id="8" creationId="{CBC874ED-CFB7-F112-4E93-D040ED99048C}"/>
          </ac:spMkLst>
        </pc:spChg>
      </pc:sldChg>
      <pc:sldChg chg="del">
        <pc:chgData name="Himon Thakur" userId="S::hthakur@uccs.edu::a867ebe2-df71-45de-bd76-0e0838cc4be1" providerId="AD" clId="Web-{40E4CF11-515C-9AD9-867B-05409E372A6C}" dt="2026-08-24T22:35:05.515" v="15"/>
        <pc:sldMkLst>
          <pc:docMk/>
          <pc:sldMk cId="2826370847" sldId="277"/>
        </pc:sldMkLst>
      </pc:sldChg>
      <pc:sldChg chg="modSp">
        <pc:chgData name="Himon Thakur" userId="S::hthakur@uccs.edu::a867ebe2-df71-45de-bd76-0e0838cc4be1" providerId="AD" clId="Web-{40E4CF11-515C-9AD9-867B-05409E372A6C}" dt="2026-08-24T22:34:57.906" v="10" actId="20577"/>
        <pc:sldMkLst>
          <pc:docMk/>
          <pc:sldMk cId="3800376835" sldId="310"/>
        </pc:sldMkLst>
        <pc:spChg chg="mod">
          <ac:chgData name="Himon Thakur" userId="S::hthakur@uccs.edu::a867ebe2-df71-45de-bd76-0e0838cc4be1" providerId="AD" clId="Web-{40E4CF11-515C-9AD9-867B-05409E372A6C}" dt="2026-08-24T22:34:57.906" v="10" actId="20577"/>
          <ac:spMkLst>
            <pc:docMk/>
            <pc:sldMk cId="3800376835" sldId="310"/>
            <ac:spMk id="8" creationId="{7880FB67-DB9B-DD6C-9706-0D8BE0102193}"/>
          </ac:spMkLst>
        </pc:spChg>
      </pc:sldChg>
      <pc:sldChg chg="del">
        <pc:chgData name="Himon Thakur" userId="S::hthakur@uccs.edu::a867ebe2-df71-45de-bd76-0e0838cc4be1" providerId="AD" clId="Web-{40E4CF11-515C-9AD9-867B-05409E372A6C}" dt="2026-08-24T22:35:05.515" v="16"/>
        <pc:sldMkLst>
          <pc:docMk/>
          <pc:sldMk cId="399512227" sldId="311"/>
        </pc:sldMkLst>
      </pc:sldChg>
      <pc:sldChg chg="del">
        <pc:chgData name="Himon Thakur" userId="S::hthakur@uccs.edu::a867ebe2-df71-45de-bd76-0e0838cc4be1" providerId="AD" clId="Web-{40E4CF11-515C-9AD9-867B-05409E372A6C}" dt="2026-08-24T22:35:05.500" v="12"/>
        <pc:sldMkLst>
          <pc:docMk/>
          <pc:sldMk cId="897428579" sldId="312"/>
        </pc:sldMkLst>
      </pc:sldChg>
      <pc:sldChg chg="del">
        <pc:chgData name="Himon Thakur" userId="S::hthakur@uccs.edu::a867ebe2-df71-45de-bd76-0e0838cc4be1" providerId="AD" clId="Web-{40E4CF11-515C-9AD9-867B-05409E372A6C}" dt="2026-08-24T22:35:05.500" v="11"/>
        <pc:sldMkLst>
          <pc:docMk/>
          <pc:sldMk cId="3538674524" sldId="315"/>
        </pc:sldMkLst>
      </pc:sldChg>
      <pc:sldChg chg="del">
        <pc:chgData name="Himon Thakur" userId="S::hthakur@uccs.edu::a867ebe2-df71-45de-bd76-0e0838cc4be1" providerId="AD" clId="Web-{40E4CF11-515C-9AD9-867B-05409E372A6C}" dt="2026-08-24T22:34:19.937" v="0"/>
        <pc:sldMkLst>
          <pc:docMk/>
          <pc:sldMk cId="535987700" sldId="318"/>
        </pc:sldMkLst>
      </pc:sldChg>
      <pc:sldChg chg="del">
        <pc:chgData name="Himon Thakur" userId="S::hthakur@uccs.edu::a867ebe2-df71-45de-bd76-0e0838cc4be1" providerId="AD" clId="Web-{40E4CF11-515C-9AD9-867B-05409E372A6C}" dt="2026-08-24T22:35:05.500" v="14"/>
        <pc:sldMkLst>
          <pc:docMk/>
          <pc:sldMk cId="3629302261" sldId="320"/>
        </pc:sldMkLst>
      </pc:sldChg>
      <pc:sldChg chg="del">
        <pc:chgData name="Himon Thakur" userId="S::hthakur@uccs.edu::a867ebe2-df71-45de-bd76-0e0838cc4be1" providerId="AD" clId="Web-{40E4CF11-515C-9AD9-867B-05409E372A6C}" dt="2026-08-24T22:35:05.500" v="13"/>
        <pc:sldMkLst>
          <pc:docMk/>
          <pc:sldMk cId="315378616" sldId="321"/>
        </pc:sldMkLst>
      </pc:sldChg>
      <pc:sldChg chg="modSp add replId">
        <pc:chgData name="Himon Thakur" userId="S::hthakur@uccs.edu::a867ebe2-df71-45de-bd76-0e0838cc4be1" providerId="AD" clId="Web-{40E4CF11-515C-9AD9-867B-05409E372A6C}" dt="2026-08-24T22:36:16.313" v="168"/>
        <pc:sldMkLst>
          <pc:docMk/>
          <pc:sldMk cId="3378210622" sldId="338"/>
        </pc:sldMkLst>
        <pc:spChg chg="mod">
          <ac:chgData name="Himon Thakur" userId="S::hthakur@uccs.edu::a867ebe2-df71-45de-bd76-0e0838cc4be1" providerId="AD" clId="Web-{40E4CF11-515C-9AD9-867B-05409E372A6C}" dt="2026-08-24T22:34:44" v="8" actId="20577"/>
          <ac:spMkLst>
            <pc:docMk/>
            <pc:sldMk cId="3378210622" sldId="338"/>
            <ac:spMk id="8" creationId="{682EA53E-426D-9F94-26F8-CE9AAD771614}"/>
          </ac:spMkLst>
        </pc:spChg>
        <pc:graphicFrameChg chg="mod modGraphic">
          <ac:chgData name="Himon Thakur" userId="S::hthakur@uccs.edu::a867ebe2-df71-45de-bd76-0e0838cc4be1" providerId="AD" clId="Web-{40E4CF11-515C-9AD9-867B-05409E372A6C}" dt="2026-08-24T22:36:16.313" v="168"/>
          <ac:graphicFrameMkLst>
            <pc:docMk/>
            <pc:sldMk cId="3378210622" sldId="338"/>
            <ac:graphicFrameMk id="4" creationId="{0158A20E-93C4-A39B-150E-875A7A8CB83A}"/>
          </ac:graphicFrameMkLst>
        </pc:graphicFrameChg>
      </pc:sldChg>
    </pc:docChg>
  </pc:docChgLst>
  <pc:docChgLst>
    <pc:chgData name="Himon Thakur" userId="S::hthakur@uccs.edu::a867ebe2-df71-45de-bd76-0e0838cc4be1" providerId="AD" clId="Web-{C0C06CD3-48B8-08DB-CECD-D8101E42125C}"/>
    <pc:docChg chg="addSld delSld modSld modSection">
      <pc:chgData name="Himon Thakur" userId="S::hthakur@uccs.edu::a867ebe2-df71-45de-bd76-0e0838cc4be1" providerId="AD" clId="Web-{C0C06CD3-48B8-08DB-CECD-D8101E42125C}" dt="2026-08-24T22:17:08.405" v="662"/>
      <pc:docMkLst>
        <pc:docMk/>
      </pc:docMkLst>
      <pc:sldChg chg="modSp">
        <pc:chgData name="Himon Thakur" userId="S::hthakur@uccs.edu::a867ebe2-df71-45de-bd76-0e0838cc4be1" providerId="AD" clId="Web-{C0C06CD3-48B8-08DB-CECD-D8101E42125C}" dt="2026-08-24T22:10:43.232" v="374" actId="20577"/>
        <pc:sldMkLst>
          <pc:docMk/>
          <pc:sldMk cId="2096135267" sldId="257"/>
        </pc:sldMkLst>
        <pc:spChg chg="mod">
          <ac:chgData name="Himon Thakur" userId="S::hthakur@uccs.edu::a867ebe2-df71-45de-bd76-0e0838cc4be1" providerId="AD" clId="Web-{C0C06CD3-48B8-08DB-CECD-D8101E42125C}" dt="2026-08-24T22:10:43.232" v="374" actId="20577"/>
          <ac:spMkLst>
            <pc:docMk/>
            <pc:sldMk cId="2096135267" sldId="257"/>
            <ac:spMk id="2" creationId="{2756786A-DB79-C2E9-C26B-F79D3B6651A5}"/>
          </ac:spMkLst>
        </pc:spChg>
        <pc:spChg chg="mod">
          <ac:chgData name="Himon Thakur" userId="S::hthakur@uccs.edu::a867ebe2-df71-45de-bd76-0e0838cc4be1" providerId="AD" clId="Web-{C0C06CD3-48B8-08DB-CECD-D8101E42125C}" dt="2026-08-24T21:57:49.557" v="53" actId="20577"/>
          <ac:spMkLst>
            <pc:docMk/>
            <pc:sldMk cId="2096135267" sldId="257"/>
            <ac:spMk id="25" creationId="{D22DD545-B3A4-BBE9-77EB-C7F4C36452AF}"/>
          </ac:spMkLst>
        </pc:spChg>
      </pc:sldChg>
      <pc:sldChg chg="delSp modSp">
        <pc:chgData name="Himon Thakur" userId="S::hthakur@uccs.edu::a867ebe2-df71-45de-bd76-0e0838cc4be1" providerId="AD" clId="Web-{C0C06CD3-48B8-08DB-CECD-D8101E42125C}" dt="2026-08-24T22:16:57.561" v="661"/>
        <pc:sldMkLst>
          <pc:docMk/>
          <pc:sldMk cId="3567658032" sldId="276"/>
        </pc:sldMkLst>
        <pc:graphicFrameChg chg="del">
          <ac:chgData name="Himon Thakur" userId="S::hthakur@uccs.edu::a867ebe2-df71-45de-bd76-0e0838cc4be1" providerId="AD" clId="Web-{C0C06CD3-48B8-08DB-CECD-D8101E42125C}" dt="2026-08-24T22:14:18.311" v="447"/>
          <ac:graphicFrameMkLst>
            <pc:docMk/>
            <pc:sldMk cId="3567658032" sldId="276"/>
            <ac:graphicFrameMk id="3" creationId="{B156EFD7-D3D0-A83A-3D9E-7999C2CAA3CE}"/>
          </ac:graphicFrameMkLst>
        </pc:graphicFrameChg>
        <pc:graphicFrameChg chg="mod modGraphic">
          <ac:chgData name="Himon Thakur" userId="S::hthakur@uccs.edu::a867ebe2-df71-45de-bd76-0e0838cc4be1" providerId="AD" clId="Web-{C0C06CD3-48B8-08DB-CECD-D8101E42125C}" dt="2026-08-24T22:16:57.561" v="661"/>
          <ac:graphicFrameMkLst>
            <pc:docMk/>
            <pc:sldMk cId="3567658032" sldId="276"/>
            <ac:graphicFrameMk id="4" creationId="{100F0A8C-E7BF-B5F1-C90C-8730F8D96580}"/>
          </ac:graphicFrameMkLst>
        </pc:graphicFrameChg>
        <pc:graphicFrameChg chg="del">
          <ac:chgData name="Himon Thakur" userId="S::hthakur@uccs.edu::a867ebe2-df71-45de-bd76-0e0838cc4be1" providerId="AD" clId="Web-{C0C06CD3-48B8-08DB-CECD-D8101E42125C}" dt="2026-08-24T22:14:17.217" v="446"/>
          <ac:graphicFrameMkLst>
            <pc:docMk/>
            <pc:sldMk cId="3567658032" sldId="276"/>
            <ac:graphicFrameMk id="6" creationId="{B092FEDE-F981-27C3-1369-B3CC7C0F23A6}"/>
          </ac:graphicFrameMkLst>
        </pc:graphicFrameChg>
      </pc:sldChg>
      <pc:sldChg chg="add del">
        <pc:chgData name="Himon Thakur" userId="S::hthakur@uccs.edu::a867ebe2-df71-45de-bd76-0e0838cc4be1" providerId="AD" clId="Web-{C0C06CD3-48B8-08DB-CECD-D8101E42125C}" dt="2026-08-24T22:14:00.092" v="445"/>
        <pc:sldMkLst>
          <pc:docMk/>
          <pc:sldMk cId="2826370847" sldId="277"/>
        </pc:sldMkLst>
      </pc:sldChg>
      <pc:sldChg chg="modSp">
        <pc:chgData name="Himon Thakur" userId="S::hthakur@uccs.edu::a867ebe2-df71-45de-bd76-0e0838cc4be1" providerId="AD" clId="Web-{C0C06CD3-48B8-08DB-CECD-D8101E42125C}" dt="2026-08-24T22:10:55.841" v="378" actId="20577"/>
        <pc:sldMkLst>
          <pc:docMk/>
          <pc:sldMk cId="2721805495" sldId="322"/>
        </pc:sldMkLst>
        <pc:spChg chg="mod">
          <ac:chgData name="Himon Thakur" userId="S::hthakur@uccs.edu::a867ebe2-df71-45de-bd76-0e0838cc4be1" providerId="AD" clId="Web-{C0C06CD3-48B8-08DB-CECD-D8101E42125C}" dt="2026-08-24T22:10:55.841" v="378" actId="20577"/>
          <ac:spMkLst>
            <pc:docMk/>
            <pc:sldMk cId="2721805495" sldId="322"/>
            <ac:spMk id="2" creationId="{6DD41D42-A3C0-1A35-7252-90A03D3AD070}"/>
          </ac:spMkLst>
        </pc:spChg>
        <pc:spChg chg="mod">
          <ac:chgData name="Himon Thakur" userId="S::hthakur@uccs.edu::a867ebe2-df71-45de-bd76-0e0838cc4be1" providerId="AD" clId="Web-{C0C06CD3-48B8-08DB-CECD-D8101E42125C}" dt="2026-08-24T22:02:42.011" v="199" actId="20577"/>
          <ac:spMkLst>
            <pc:docMk/>
            <pc:sldMk cId="2721805495" sldId="322"/>
            <ac:spMk id="25" creationId="{4138D88E-6322-B181-C715-273B763DFBA9}"/>
          </ac:spMkLst>
        </pc:spChg>
      </pc:sldChg>
      <pc:sldChg chg="modSp">
        <pc:chgData name="Himon Thakur" userId="S::hthakur@uccs.edu::a867ebe2-df71-45de-bd76-0e0838cc4be1" providerId="AD" clId="Web-{C0C06CD3-48B8-08DB-CECD-D8101E42125C}" dt="2026-08-24T22:10:58.669" v="379" actId="20577"/>
        <pc:sldMkLst>
          <pc:docMk/>
          <pc:sldMk cId="3818990126" sldId="323"/>
        </pc:sldMkLst>
        <pc:spChg chg="mod">
          <ac:chgData name="Himon Thakur" userId="S::hthakur@uccs.edu::a867ebe2-df71-45de-bd76-0e0838cc4be1" providerId="AD" clId="Web-{C0C06CD3-48B8-08DB-CECD-D8101E42125C}" dt="2026-08-24T22:10:58.669" v="379" actId="20577"/>
          <ac:spMkLst>
            <pc:docMk/>
            <pc:sldMk cId="3818990126" sldId="323"/>
            <ac:spMk id="2" creationId="{1C4F03F2-2325-4651-061A-EC52A882AFDE}"/>
          </ac:spMkLst>
        </pc:spChg>
        <pc:picChg chg="mod">
          <ac:chgData name="Himon Thakur" userId="S::hthakur@uccs.edu::a867ebe2-df71-45de-bd76-0e0838cc4be1" providerId="AD" clId="Web-{C0C06CD3-48B8-08DB-CECD-D8101E42125C}" dt="2026-08-24T22:02:46.855" v="200" actId="1076"/>
          <ac:picMkLst>
            <pc:docMk/>
            <pc:sldMk cId="3818990126" sldId="323"/>
            <ac:picMk id="3" creationId="{4F046F22-7518-565F-4D0D-60B898E5EF8B}"/>
          </ac:picMkLst>
        </pc:picChg>
      </pc:sldChg>
      <pc:sldChg chg="modSp">
        <pc:chgData name="Himon Thakur" userId="S::hthakur@uccs.edu::a867ebe2-df71-45de-bd76-0e0838cc4be1" providerId="AD" clId="Web-{C0C06CD3-48B8-08DB-CECD-D8101E42125C}" dt="2026-08-24T22:11:02.294" v="380" actId="20577"/>
        <pc:sldMkLst>
          <pc:docMk/>
          <pc:sldMk cId="2028194531" sldId="324"/>
        </pc:sldMkLst>
        <pc:spChg chg="mod">
          <ac:chgData name="Himon Thakur" userId="S::hthakur@uccs.edu::a867ebe2-df71-45de-bd76-0e0838cc4be1" providerId="AD" clId="Web-{C0C06CD3-48B8-08DB-CECD-D8101E42125C}" dt="2026-08-24T22:11:02.294" v="380" actId="20577"/>
          <ac:spMkLst>
            <pc:docMk/>
            <pc:sldMk cId="2028194531" sldId="324"/>
            <ac:spMk id="2" creationId="{9BBF9655-CD6F-27D4-9282-125E5926CFE5}"/>
          </ac:spMkLst>
        </pc:spChg>
        <pc:spChg chg="mod">
          <ac:chgData name="Himon Thakur" userId="S::hthakur@uccs.edu::a867ebe2-df71-45de-bd76-0e0838cc4be1" providerId="AD" clId="Web-{C0C06CD3-48B8-08DB-CECD-D8101E42125C}" dt="2026-08-24T22:06:00.043" v="263" actId="20577"/>
          <ac:spMkLst>
            <pc:docMk/>
            <pc:sldMk cId="2028194531" sldId="324"/>
            <ac:spMk id="25" creationId="{F1941F9A-D1B0-AF38-9D47-777ACA7D83FC}"/>
          </ac:spMkLst>
        </pc:spChg>
      </pc:sldChg>
      <pc:sldChg chg="modSp">
        <pc:chgData name="Himon Thakur" userId="S::hthakur@uccs.edu::a867ebe2-df71-45de-bd76-0e0838cc4be1" providerId="AD" clId="Web-{C0C06CD3-48B8-08DB-CECD-D8101E42125C}" dt="2026-08-24T22:11:04.841" v="381" actId="20577"/>
        <pc:sldMkLst>
          <pc:docMk/>
          <pc:sldMk cId="2623373515" sldId="325"/>
        </pc:sldMkLst>
        <pc:spChg chg="mod">
          <ac:chgData name="Himon Thakur" userId="S::hthakur@uccs.edu::a867ebe2-df71-45de-bd76-0e0838cc4be1" providerId="AD" clId="Web-{C0C06CD3-48B8-08DB-CECD-D8101E42125C}" dt="2026-08-24T22:11:04.841" v="381" actId="20577"/>
          <ac:spMkLst>
            <pc:docMk/>
            <pc:sldMk cId="2623373515" sldId="325"/>
            <ac:spMk id="2" creationId="{70C33713-936B-7D1E-224D-228F6B233C7C}"/>
          </ac:spMkLst>
        </pc:spChg>
        <pc:spChg chg="mod">
          <ac:chgData name="Himon Thakur" userId="S::hthakur@uccs.edu::a867ebe2-df71-45de-bd76-0e0838cc4be1" providerId="AD" clId="Web-{C0C06CD3-48B8-08DB-CECD-D8101E42125C}" dt="2026-08-24T22:09:17.247" v="350" actId="20577"/>
          <ac:spMkLst>
            <pc:docMk/>
            <pc:sldMk cId="2623373515" sldId="325"/>
            <ac:spMk id="25" creationId="{D04B152D-FAE1-76D9-AB45-1DD89957514B}"/>
          </ac:spMkLst>
        </pc:spChg>
      </pc:sldChg>
      <pc:sldChg chg="del">
        <pc:chgData name="Himon Thakur" userId="S::hthakur@uccs.edu::a867ebe2-df71-45de-bd76-0e0838cc4be1" providerId="AD" clId="Web-{C0C06CD3-48B8-08DB-CECD-D8101E42125C}" dt="2026-08-24T22:09:48.763" v="353"/>
        <pc:sldMkLst>
          <pc:docMk/>
          <pc:sldMk cId="3638109502" sldId="326"/>
        </pc:sldMkLst>
      </pc:sldChg>
      <pc:sldChg chg="modSp">
        <pc:chgData name="Himon Thakur" userId="S::hthakur@uccs.edu::a867ebe2-df71-45de-bd76-0e0838cc4be1" providerId="AD" clId="Web-{C0C06CD3-48B8-08DB-CECD-D8101E42125C}" dt="2026-08-24T22:11:07.435" v="382" actId="20577"/>
        <pc:sldMkLst>
          <pc:docMk/>
          <pc:sldMk cId="4102422655" sldId="328"/>
        </pc:sldMkLst>
        <pc:spChg chg="mod">
          <ac:chgData name="Himon Thakur" userId="S::hthakur@uccs.edu::a867ebe2-df71-45de-bd76-0e0838cc4be1" providerId="AD" clId="Web-{C0C06CD3-48B8-08DB-CECD-D8101E42125C}" dt="2026-08-24T22:11:07.435" v="382" actId="20577"/>
          <ac:spMkLst>
            <pc:docMk/>
            <pc:sldMk cId="4102422655" sldId="328"/>
            <ac:spMk id="2" creationId="{32129F75-D749-8573-835F-F402F3B61AAA}"/>
          </ac:spMkLst>
        </pc:spChg>
        <pc:spChg chg="mod">
          <ac:chgData name="Himon Thakur" userId="S::hthakur@uccs.edu::a867ebe2-df71-45de-bd76-0e0838cc4be1" providerId="AD" clId="Web-{C0C06CD3-48B8-08DB-CECD-D8101E42125C}" dt="2026-08-24T22:10:35.982" v="373" actId="20577"/>
          <ac:spMkLst>
            <pc:docMk/>
            <pc:sldMk cId="4102422655" sldId="328"/>
            <ac:spMk id="25" creationId="{D174F4BB-1248-F35F-C154-0F5D2D3491AC}"/>
          </ac:spMkLst>
        </pc:spChg>
        <pc:graphicFrameChg chg="mod modGraphic">
          <ac:chgData name="Himon Thakur" userId="S::hthakur@uccs.edu::a867ebe2-df71-45de-bd76-0e0838cc4be1" providerId="AD" clId="Web-{C0C06CD3-48B8-08DB-CECD-D8101E42125C}" dt="2026-08-24T22:10:14.325" v="362"/>
          <ac:graphicFrameMkLst>
            <pc:docMk/>
            <pc:sldMk cId="4102422655" sldId="328"/>
            <ac:graphicFrameMk id="3" creationId="{9BB70221-1778-16B7-652B-5C8752B06F8E}"/>
          </ac:graphicFrameMkLst>
        </pc:graphicFrameChg>
      </pc:sldChg>
      <pc:sldChg chg="modSp">
        <pc:chgData name="Himon Thakur" userId="S::hthakur@uccs.edu::a867ebe2-df71-45de-bd76-0e0838cc4be1" providerId="AD" clId="Web-{C0C06CD3-48B8-08DB-CECD-D8101E42125C}" dt="2026-08-24T22:12:02.779" v="406" actId="20577"/>
        <pc:sldMkLst>
          <pc:docMk/>
          <pc:sldMk cId="276314237" sldId="329"/>
        </pc:sldMkLst>
        <pc:spChg chg="mod">
          <ac:chgData name="Himon Thakur" userId="S::hthakur@uccs.edu::a867ebe2-df71-45de-bd76-0e0838cc4be1" providerId="AD" clId="Web-{C0C06CD3-48B8-08DB-CECD-D8101E42125C}" dt="2026-08-24T22:11:09.607" v="383" actId="20577"/>
          <ac:spMkLst>
            <pc:docMk/>
            <pc:sldMk cId="276314237" sldId="329"/>
            <ac:spMk id="2" creationId="{86C2472F-9000-3E07-8A3F-FDFBB2E9B698}"/>
          </ac:spMkLst>
        </pc:spChg>
        <pc:spChg chg="mod">
          <ac:chgData name="Himon Thakur" userId="S::hthakur@uccs.edu::a867ebe2-df71-45de-bd76-0e0838cc4be1" providerId="AD" clId="Web-{C0C06CD3-48B8-08DB-CECD-D8101E42125C}" dt="2026-08-24T22:12:02.779" v="406" actId="20577"/>
          <ac:spMkLst>
            <pc:docMk/>
            <pc:sldMk cId="276314237" sldId="329"/>
            <ac:spMk id="25" creationId="{ECE59F23-1EF8-E9F6-9054-4BC8F99F2E1D}"/>
          </ac:spMkLst>
        </pc:spChg>
      </pc:sldChg>
      <pc:sldChg chg="modSp">
        <pc:chgData name="Himon Thakur" userId="S::hthakur@uccs.edu::a867ebe2-df71-45de-bd76-0e0838cc4be1" providerId="AD" clId="Web-{C0C06CD3-48B8-08DB-CECD-D8101E42125C}" dt="2026-08-24T22:12:41.264" v="420" actId="20577"/>
        <pc:sldMkLst>
          <pc:docMk/>
          <pc:sldMk cId="1048158296" sldId="330"/>
        </pc:sldMkLst>
        <pc:spChg chg="mod">
          <ac:chgData name="Himon Thakur" userId="S::hthakur@uccs.edu::a867ebe2-df71-45de-bd76-0e0838cc4be1" providerId="AD" clId="Web-{C0C06CD3-48B8-08DB-CECD-D8101E42125C}" dt="2026-08-24T22:11:13.404" v="384" actId="20577"/>
          <ac:spMkLst>
            <pc:docMk/>
            <pc:sldMk cId="1048158296" sldId="330"/>
            <ac:spMk id="2" creationId="{9C510D6F-4A3D-4730-7664-731D8B640F0D}"/>
          </ac:spMkLst>
        </pc:spChg>
        <pc:spChg chg="mod">
          <ac:chgData name="Himon Thakur" userId="S::hthakur@uccs.edu::a867ebe2-df71-45de-bd76-0e0838cc4be1" providerId="AD" clId="Web-{C0C06CD3-48B8-08DB-CECD-D8101E42125C}" dt="2026-08-24T22:12:41.264" v="420" actId="20577"/>
          <ac:spMkLst>
            <pc:docMk/>
            <pc:sldMk cId="1048158296" sldId="330"/>
            <ac:spMk id="25" creationId="{696ED8A2-4207-2EFC-AF4E-D0ADD5BB3688}"/>
          </ac:spMkLst>
        </pc:spChg>
      </pc:sldChg>
      <pc:sldChg chg="modSp">
        <pc:chgData name="Himon Thakur" userId="S::hthakur@uccs.edu::a867ebe2-df71-45de-bd76-0e0838cc4be1" providerId="AD" clId="Web-{C0C06CD3-48B8-08DB-CECD-D8101E42125C}" dt="2026-08-24T22:13:36.342" v="443" actId="20577"/>
        <pc:sldMkLst>
          <pc:docMk/>
          <pc:sldMk cId="3314868438" sldId="331"/>
        </pc:sldMkLst>
        <pc:spChg chg="mod">
          <ac:chgData name="Himon Thakur" userId="S::hthakur@uccs.edu::a867ebe2-df71-45de-bd76-0e0838cc4be1" providerId="AD" clId="Web-{C0C06CD3-48B8-08DB-CECD-D8101E42125C}" dt="2026-08-24T22:11:15.701" v="385" actId="20577"/>
          <ac:spMkLst>
            <pc:docMk/>
            <pc:sldMk cId="3314868438" sldId="331"/>
            <ac:spMk id="2" creationId="{55ED181B-734C-ACAB-DF9E-AC2F2596A820}"/>
          </ac:spMkLst>
        </pc:spChg>
        <pc:spChg chg="mod">
          <ac:chgData name="Himon Thakur" userId="S::hthakur@uccs.edu::a867ebe2-df71-45de-bd76-0e0838cc4be1" providerId="AD" clId="Web-{C0C06CD3-48B8-08DB-CECD-D8101E42125C}" dt="2026-08-24T22:13:36.342" v="443" actId="20577"/>
          <ac:spMkLst>
            <pc:docMk/>
            <pc:sldMk cId="3314868438" sldId="331"/>
            <ac:spMk id="25" creationId="{EF1F022A-8F84-429A-B0AC-A918EE84C3A1}"/>
          </ac:spMkLst>
        </pc:spChg>
      </pc:sldChg>
      <pc:sldChg chg="modSp">
        <pc:chgData name="Himon Thakur" userId="S::hthakur@uccs.edu::a867ebe2-df71-45de-bd76-0e0838cc4be1" providerId="AD" clId="Web-{C0C06CD3-48B8-08DB-CECD-D8101E42125C}" dt="2026-08-24T22:10:46.951" v="375" actId="20577"/>
        <pc:sldMkLst>
          <pc:docMk/>
          <pc:sldMk cId="2226289718" sldId="332"/>
        </pc:sldMkLst>
        <pc:spChg chg="mod">
          <ac:chgData name="Himon Thakur" userId="S::hthakur@uccs.edu::a867ebe2-df71-45de-bd76-0e0838cc4be1" providerId="AD" clId="Web-{C0C06CD3-48B8-08DB-CECD-D8101E42125C}" dt="2026-08-24T22:10:46.951" v="375" actId="20577"/>
          <ac:spMkLst>
            <pc:docMk/>
            <pc:sldMk cId="2226289718" sldId="332"/>
            <ac:spMk id="2" creationId="{8456B987-1F80-1C52-5249-A5CC9ABD6570}"/>
          </ac:spMkLst>
        </pc:spChg>
        <pc:spChg chg="mod">
          <ac:chgData name="Himon Thakur" userId="S::hthakur@uccs.edu::a867ebe2-df71-45de-bd76-0e0838cc4be1" providerId="AD" clId="Web-{C0C06CD3-48B8-08DB-CECD-D8101E42125C}" dt="2026-08-24T21:58:35.620" v="81" actId="20577"/>
          <ac:spMkLst>
            <pc:docMk/>
            <pc:sldMk cId="2226289718" sldId="332"/>
            <ac:spMk id="25" creationId="{9798841E-1FD7-E009-DB1D-0608B2ECC37D}"/>
          </ac:spMkLst>
        </pc:spChg>
      </pc:sldChg>
      <pc:sldChg chg="del">
        <pc:chgData name="Himon Thakur" userId="S::hthakur@uccs.edu::a867ebe2-df71-45de-bd76-0e0838cc4be1" providerId="AD" clId="Web-{C0C06CD3-48B8-08DB-CECD-D8101E42125C}" dt="2026-08-24T22:17:08.405" v="662"/>
        <pc:sldMkLst>
          <pc:docMk/>
          <pc:sldMk cId="3093369282" sldId="334"/>
        </pc:sldMkLst>
      </pc:sldChg>
      <pc:sldChg chg="del">
        <pc:chgData name="Himon Thakur" userId="S::hthakur@uccs.edu::a867ebe2-df71-45de-bd76-0e0838cc4be1" providerId="AD" clId="Web-{C0C06CD3-48B8-08DB-CECD-D8101E42125C}" dt="2026-08-24T21:58:09.151" v="57"/>
        <pc:sldMkLst>
          <pc:docMk/>
          <pc:sldMk cId="2741177205" sldId="335"/>
        </pc:sldMkLst>
      </pc:sldChg>
      <pc:sldChg chg="modSp">
        <pc:chgData name="Himon Thakur" userId="S::hthakur@uccs.edu::a867ebe2-df71-45de-bd76-0e0838cc4be1" providerId="AD" clId="Web-{C0C06CD3-48B8-08DB-CECD-D8101E42125C}" dt="2026-08-24T22:10:52.466" v="377" actId="20577"/>
        <pc:sldMkLst>
          <pc:docMk/>
          <pc:sldMk cId="1509576849" sldId="336"/>
        </pc:sldMkLst>
        <pc:spChg chg="mod">
          <ac:chgData name="Himon Thakur" userId="S::hthakur@uccs.edu::a867ebe2-df71-45de-bd76-0e0838cc4be1" providerId="AD" clId="Web-{C0C06CD3-48B8-08DB-CECD-D8101E42125C}" dt="2026-08-24T22:10:52.466" v="377" actId="20577"/>
          <ac:spMkLst>
            <pc:docMk/>
            <pc:sldMk cId="1509576849" sldId="336"/>
            <ac:spMk id="2" creationId="{E73C748E-101E-FD7B-191E-930FBC070B5D}"/>
          </ac:spMkLst>
        </pc:spChg>
      </pc:sldChg>
      <pc:sldChg chg="modSp add replId">
        <pc:chgData name="Himon Thakur" userId="S::hthakur@uccs.edu::a867ebe2-df71-45de-bd76-0e0838cc4be1" providerId="AD" clId="Web-{C0C06CD3-48B8-08DB-CECD-D8101E42125C}" dt="2026-08-24T22:10:49.701" v="376" actId="20577"/>
        <pc:sldMkLst>
          <pc:docMk/>
          <pc:sldMk cId="3293667084" sldId="337"/>
        </pc:sldMkLst>
        <pc:spChg chg="mod">
          <ac:chgData name="Himon Thakur" userId="S::hthakur@uccs.edu::a867ebe2-df71-45de-bd76-0e0838cc4be1" providerId="AD" clId="Web-{C0C06CD3-48B8-08DB-CECD-D8101E42125C}" dt="2026-08-24T22:10:49.701" v="376" actId="20577"/>
          <ac:spMkLst>
            <pc:docMk/>
            <pc:sldMk cId="3293667084" sldId="337"/>
            <ac:spMk id="2" creationId="{E5D0F326-9B8E-15A3-28D1-F90D923C17A9}"/>
          </ac:spMkLst>
        </pc:spChg>
        <pc:spChg chg="mod">
          <ac:chgData name="Himon Thakur" userId="S::hthakur@uccs.edu::a867ebe2-df71-45de-bd76-0e0838cc4be1" providerId="AD" clId="Web-{C0C06CD3-48B8-08DB-CECD-D8101E42125C}" dt="2026-08-24T22:01:17.089" v="157" actId="20577"/>
          <ac:spMkLst>
            <pc:docMk/>
            <pc:sldMk cId="3293667084" sldId="337"/>
            <ac:spMk id="25" creationId="{6F1CDF8D-37CE-435B-B07B-089B2A027CBF}"/>
          </ac:spMkLst>
        </pc:spChg>
      </pc:sldChg>
      <pc:sldChg chg="add del replId">
        <pc:chgData name="Himon Thakur" userId="S::hthakur@uccs.edu::a867ebe2-df71-45de-bd76-0e0838cc4be1" providerId="AD" clId="Web-{C0C06CD3-48B8-08DB-CECD-D8101E42125C}" dt="2026-08-24T22:09:52.185" v="355"/>
        <pc:sldMkLst>
          <pc:docMk/>
          <pc:sldMk cId="2806322664" sldId="338"/>
        </pc:sldMkLst>
      </pc:sldChg>
      <pc:sldChg chg="add del replId">
        <pc:chgData name="Himon Thakur" userId="S::hthakur@uccs.edu::a867ebe2-df71-45de-bd76-0e0838cc4be1" providerId="AD" clId="Web-{C0C06CD3-48B8-08DB-CECD-D8101E42125C}" dt="2026-08-24T22:09:50.419" v="354"/>
        <pc:sldMkLst>
          <pc:docMk/>
          <pc:sldMk cId="1971066955" sldId="339"/>
        </pc:sldMkLst>
      </pc:sldChg>
    </pc:docChg>
  </pc:docChgLst>
  <pc:docChgLst>
    <pc:chgData name="Himon Thakur" userId="S::hthakur@uccs.edu::a867ebe2-df71-45de-bd76-0e0838cc4be1" providerId="AD" clId="Web-{00000000-0000-0000-0000-000000000000}"/>
    <pc:docChg chg="addSld delSld modSld sldOrd addSection modSection">
      <pc:chgData name="Himon Thakur" userId="S::hthakur@uccs.edu::a867ebe2-df71-45de-bd76-0e0838cc4be1" providerId="AD" clId="Web-{00000000-0000-0000-0000-000000000000}" dt="2026-08-24T21:14:49.184" v="1310"/>
      <pc:docMkLst>
        <pc:docMk/>
      </pc:docMkLst>
      <pc:sldChg chg="modSp">
        <pc:chgData name="Himon Thakur" userId="S::hthakur@uccs.edu::a867ebe2-df71-45de-bd76-0e0838cc4be1" providerId="AD" clId="Web-{00000000-0000-0000-0000-000000000000}" dt="2026-08-24T20:40:03.349" v="228" actId="20577"/>
        <pc:sldMkLst>
          <pc:docMk/>
          <pc:sldMk cId="109857222" sldId="256"/>
        </pc:sldMkLst>
        <pc:spChg chg="mod">
          <ac:chgData name="Himon Thakur" userId="S::hthakur@uccs.edu::a867ebe2-df71-45de-bd76-0e0838cc4be1" providerId="AD" clId="Web-{00000000-0000-0000-0000-000000000000}" dt="2026-08-24T20:39:49.724" v="22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imon Thakur" userId="S::hthakur@uccs.edu::a867ebe2-df71-45de-bd76-0e0838cc4be1" providerId="AD" clId="Web-{00000000-0000-0000-0000-000000000000}" dt="2026-08-24T20:40:03.349" v="228" actId="20577"/>
          <ac:spMkLst>
            <pc:docMk/>
            <pc:sldMk cId="109857222" sldId="256"/>
            <ac:spMk id="3" creationId="{00000000-0000-0000-0000-000000000000}"/>
          </ac:spMkLst>
        </pc:spChg>
        <pc:spChg chg="mod">
          <ac:chgData name="Himon Thakur" userId="S::hthakur@uccs.edu::a867ebe2-df71-45de-bd76-0e0838cc4be1" providerId="AD" clId="Web-{00000000-0000-0000-0000-000000000000}" dt="2026-08-24T20:39:27.380" v="212" actId="20577"/>
          <ac:spMkLst>
            <pc:docMk/>
            <pc:sldMk cId="109857222" sldId="256"/>
            <ac:spMk id="4" creationId="{23017D99-3D2A-E0CE-054E-E32FE8E968E6}"/>
          </ac:spMkLst>
        </pc:spChg>
      </pc:sldChg>
      <pc:sldChg chg="addSp delSp modSp">
        <pc:chgData name="Himon Thakur" userId="S::hthakur@uccs.edu::a867ebe2-df71-45de-bd76-0e0838cc4be1" providerId="AD" clId="Web-{00000000-0000-0000-0000-000000000000}" dt="2026-08-24T20:56:50.556" v="640" actId="20577"/>
        <pc:sldMkLst>
          <pc:docMk/>
          <pc:sldMk cId="2096135267" sldId="257"/>
        </pc:sldMkLst>
        <pc:spChg chg="mod">
          <ac:chgData name="Himon Thakur" userId="S::hthakur@uccs.edu::a867ebe2-df71-45de-bd76-0e0838cc4be1" providerId="AD" clId="Web-{00000000-0000-0000-0000-000000000000}" dt="2026-08-24T20:56:50.556" v="640" actId="20577"/>
          <ac:spMkLst>
            <pc:docMk/>
            <pc:sldMk cId="2096135267" sldId="257"/>
            <ac:spMk id="2" creationId="{2756786A-DB79-C2E9-C26B-F79D3B6651A5}"/>
          </ac:spMkLst>
        </pc:spChg>
        <pc:spChg chg="add del mod">
          <ac:chgData name="Himon Thakur" userId="S::hthakur@uccs.edu::a867ebe2-df71-45de-bd76-0e0838cc4be1" providerId="AD" clId="Web-{00000000-0000-0000-0000-000000000000}" dt="2026-08-24T20:28:19.659" v="30"/>
          <ac:spMkLst>
            <pc:docMk/>
            <pc:sldMk cId="2096135267" sldId="257"/>
            <ac:spMk id="24" creationId="{1B39C09D-B0B3-5C5A-EEE6-E5DD48BCA0E0}"/>
          </ac:spMkLst>
        </pc:spChg>
        <pc:spChg chg="add mod">
          <ac:chgData name="Himon Thakur" userId="S::hthakur@uccs.edu::a867ebe2-df71-45de-bd76-0e0838cc4be1" providerId="AD" clId="Web-{00000000-0000-0000-0000-000000000000}" dt="2026-08-24T20:43:12.787" v="296" actId="20577"/>
          <ac:spMkLst>
            <pc:docMk/>
            <pc:sldMk cId="2096135267" sldId="257"/>
            <ac:spMk id="25" creationId="{D22DD545-B3A4-BBE9-77EB-C7F4C36452AF}"/>
          </ac:spMkLst>
        </pc:spChg>
        <pc:graphicFrameChg chg="del modGraphic">
          <ac:chgData name="Himon Thakur" userId="S::hthakur@uccs.edu::a867ebe2-df71-45de-bd76-0e0838cc4be1" providerId="AD" clId="Web-{00000000-0000-0000-0000-000000000000}" dt="2026-08-24T20:27:44.815" v="24"/>
          <ac:graphicFrameMkLst>
            <pc:docMk/>
            <pc:sldMk cId="2096135267" sldId="257"/>
            <ac:graphicFrameMk id="10" creationId="{BC5D725F-D99C-D237-822E-BCE740B4F1D3}"/>
          </ac:graphicFrameMkLst>
        </pc:graphicFrameChg>
      </pc:sldChg>
      <pc:sldChg chg="modSp">
        <pc:chgData name="Himon Thakur" userId="S::hthakur@uccs.edu::a867ebe2-df71-45de-bd76-0e0838cc4be1" providerId="AD" clId="Web-{00000000-0000-0000-0000-000000000000}" dt="2026-08-24T20:36:19.379" v="184" actId="20577"/>
        <pc:sldMkLst>
          <pc:docMk/>
          <pc:sldMk cId="3800376835" sldId="310"/>
        </pc:sldMkLst>
        <pc:spChg chg="mod">
          <ac:chgData name="Himon Thakur" userId="S::hthakur@uccs.edu::a867ebe2-df71-45de-bd76-0e0838cc4be1" providerId="AD" clId="Web-{00000000-0000-0000-0000-000000000000}" dt="2026-08-24T20:36:19.379" v="184" actId="20577"/>
          <ac:spMkLst>
            <pc:docMk/>
            <pc:sldMk cId="3800376835" sldId="310"/>
            <ac:spMk id="8" creationId="{7880FB67-DB9B-DD6C-9706-0D8BE0102193}"/>
          </ac:spMkLst>
        </pc:spChg>
      </pc:sldChg>
      <pc:sldChg chg="modSp add replId">
        <pc:chgData name="Himon Thakur" userId="S::hthakur@uccs.edu::a867ebe2-df71-45de-bd76-0e0838cc4be1" providerId="AD" clId="Web-{00000000-0000-0000-0000-000000000000}" dt="2026-08-24T21:00:50.103" v="733" actId="20577"/>
        <pc:sldMkLst>
          <pc:docMk/>
          <pc:sldMk cId="2721805495" sldId="322"/>
        </pc:sldMkLst>
        <pc:spChg chg="mod">
          <ac:chgData name="Himon Thakur" userId="S::hthakur@uccs.edu::a867ebe2-df71-45de-bd76-0e0838cc4be1" providerId="AD" clId="Web-{00000000-0000-0000-0000-000000000000}" dt="2026-08-24T20:30:06.800" v="62" actId="20577"/>
          <ac:spMkLst>
            <pc:docMk/>
            <pc:sldMk cId="2721805495" sldId="322"/>
            <ac:spMk id="2" creationId="{6DD41D42-A3C0-1A35-7252-90A03D3AD070}"/>
          </ac:spMkLst>
        </pc:spChg>
        <pc:spChg chg="mod">
          <ac:chgData name="Himon Thakur" userId="S::hthakur@uccs.edu::a867ebe2-df71-45de-bd76-0e0838cc4be1" providerId="AD" clId="Web-{00000000-0000-0000-0000-000000000000}" dt="2026-08-24T21:00:50.103" v="733" actId="20577"/>
          <ac:spMkLst>
            <pc:docMk/>
            <pc:sldMk cId="2721805495" sldId="322"/>
            <ac:spMk id="25" creationId="{4138D88E-6322-B181-C715-273B763DFBA9}"/>
          </ac:spMkLst>
        </pc:spChg>
      </pc:sldChg>
      <pc:sldChg chg="addSp modSp add replId">
        <pc:chgData name="Himon Thakur" userId="S::hthakur@uccs.edu::a867ebe2-df71-45de-bd76-0e0838cc4be1" providerId="AD" clId="Web-{00000000-0000-0000-0000-000000000000}" dt="2026-08-24T21:04:22.276" v="775" actId="20577"/>
        <pc:sldMkLst>
          <pc:docMk/>
          <pc:sldMk cId="3818990126" sldId="323"/>
        </pc:sldMkLst>
        <pc:spChg chg="mod">
          <ac:chgData name="Himon Thakur" userId="S::hthakur@uccs.edu::a867ebe2-df71-45de-bd76-0e0838cc4be1" providerId="AD" clId="Web-{00000000-0000-0000-0000-000000000000}" dt="2026-08-24T21:04:22.276" v="775" actId="20577"/>
          <ac:spMkLst>
            <pc:docMk/>
            <pc:sldMk cId="3818990126" sldId="323"/>
            <ac:spMk id="2" creationId="{1C4F03F2-2325-4651-061A-EC52A882AFDE}"/>
          </ac:spMkLst>
        </pc:spChg>
        <pc:spChg chg="mod">
          <ac:chgData name="Himon Thakur" userId="S::hthakur@uccs.edu::a867ebe2-df71-45de-bd76-0e0838cc4be1" providerId="AD" clId="Web-{00000000-0000-0000-0000-000000000000}" dt="2026-08-24T21:03:22.104" v="772" actId="20577"/>
          <ac:spMkLst>
            <pc:docMk/>
            <pc:sldMk cId="3818990126" sldId="323"/>
            <ac:spMk id="25" creationId="{71DF719A-904D-4801-87C2-8B641CFFC0C1}"/>
          </ac:spMkLst>
        </pc:spChg>
        <pc:picChg chg="add mod">
          <ac:chgData name="Himon Thakur" userId="S::hthakur@uccs.edu::a867ebe2-df71-45de-bd76-0e0838cc4be1" providerId="AD" clId="Web-{00000000-0000-0000-0000-000000000000}" dt="2026-08-24T21:04:19.432" v="774" actId="1076"/>
          <ac:picMkLst>
            <pc:docMk/>
            <pc:sldMk cId="3818990126" sldId="323"/>
            <ac:picMk id="3" creationId="{4F046F22-7518-565F-4D0D-60B898E5EF8B}"/>
          </ac:picMkLst>
        </pc:picChg>
      </pc:sldChg>
      <pc:sldChg chg="modSp add ord replId">
        <pc:chgData name="Himon Thakur" userId="S::hthakur@uccs.edu::a867ebe2-df71-45de-bd76-0e0838cc4be1" providerId="AD" clId="Web-{00000000-0000-0000-0000-000000000000}" dt="2026-08-24T21:08:59.011" v="1117"/>
        <pc:sldMkLst>
          <pc:docMk/>
          <pc:sldMk cId="2028194531" sldId="324"/>
        </pc:sldMkLst>
        <pc:spChg chg="mod">
          <ac:chgData name="Himon Thakur" userId="S::hthakur@uccs.edu::a867ebe2-df71-45de-bd76-0e0838cc4be1" providerId="AD" clId="Web-{00000000-0000-0000-0000-000000000000}" dt="2026-08-24T21:04:27.807" v="776" actId="20577"/>
          <ac:spMkLst>
            <pc:docMk/>
            <pc:sldMk cId="2028194531" sldId="324"/>
            <ac:spMk id="2" creationId="{9BBF9655-CD6F-27D4-9282-125E5926CFE5}"/>
          </ac:spMkLst>
        </pc:spChg>
        <pc:spChg chg="mod">
          <ac:chgData name="Himon Thakur" userId="S::hthakur@uccs.edu::a867ebe2-df71-45de-bd76-0e0838cc4be1" providerId="AD" clId="Web-{00000000-0000-0000-0000-000000000000}" dt="2026-08-24T21:06:20.714" v="884" actId="20577"/>
          <ac:spMkLst>
            <pc:docMk/>
            <pc:sldMk cId="2028194531" sldId="324"/>
            <ac:spMk id="25" creationId="{F1941F9A-D1B0-AF38-9D47-777ACA7D83FC}"/>
          </ac:spMkLst>
        </pc:spChg>
      </pc:sldChg>
      <pc:sldChg chg="modSp add ord replId">
        <pc:chgData name="Himon Thakur" userId="S::hthakur@uccs.edu::a867ebe2-df71-45de-bd76-0e0838cc4be1" providerId="AD" clId="Web-{00000000-0000-0000-0000-000000000000}" dt="2026-08-24T21:08:31.980" v="1113"/>
        <pc:sldMkLst>
          <pc:docMk/>
          <pc:sldMk cId="2623373515" sldId="325"/>
        </pc:sldMkLst>
        <pc:spChg chg="mod">
          <ac:chgData name="Himon Thakur" userId="S::hthakur@uccs.edu::a867ebe2-df71-45de-bd76-0e0838cc4be1" providerId="AD" clId="Web-{00000000-0000-0000-0000-000000000000}" dt="2026-08-24T21:06:31.620" v="885" actId="20577"/>
          <ac:spMkLst>
            <pc:docMk/>
            <pc:sldMk cId="2623373515" sldId="325"/>
            <ac:spMk id="2" creationId="{70C33713-936B-7D1E-224D-228F6B233C7C}"/>
          </ac:spMkLst>
        </pc:spChg>
        <pc:spChg chg="mod">
          <ac:chgData name="Himon Thakur" userId="S::hthakur@uccs.edu::a867ebe2-df71-45de-bd76-0e0838cc4be1" providerId="AD" clId="Web-{00000000-0000-0000-0000-000000000000}" dt="2026-08-24T21:08:08.042" v="1112" actId="20577"/>
          <ac:spMkLst>
            <pc:docMk/>
            <pc:sldMk cId="2623373515" sldId="325"/>
            <ac:spMk id="25" creationId="{D04B152D-FAE1-76D9-AB45-1DD89957514B}"/>
          </ac:spMkLst>
        </pc:spChg>
      </pc:sldChg>
      <pc:sldChg chg="delSp modSp add replId">
        <pc:chgData name="Himon Thakur" userId="S::hthakur@uccs.edu::a867ebe2-df71-45de-bd76-0e0838cc4be1" providerId="AD" clId="Web-{00000000-0000-0000-0000-000000000000}" dt="2026-08-24T21:10:22.402" v="1127"/>
        <pc:sldMkLst>
          <pc:docMk/>
          <pc:sldMk cId="3638109502" sldId="326"/>
        </pc:sldMkLst>
        <pc:spChg chg="mod">
          <ac:chgData name="Himon Thakur" userId="S::hthakur@uccs.edu::a867ebe2-df71-45de-bd76-0e0838cc4be1" providerId="AD" clId="Web-{00000000-0000-0000-0000-000000000000}" dt="2026-08-24T21:09:17.589" v="1124" actId="20577"/>
          <ac:spMkLst>
            <pc:docMk/>
            <pc:sldMk cId="3638109502" sldId="326"/>
            <ac:spMk id="2" creationId="{4E2AE615-1219-BA00-E302-E63E1695853B}"/>
          </ac:spMkLst>
        </pc:spChg>
        <pc:spChg chg="del">
          <ac:chgData name="Himon Thakur" userId="S::hthakur@uccs.edu::a867ebe2-df71-45de-bd76-0e0838cc4be1" providerId="AD" clId="Web-{00000000-0000-0000-0000-000000000000}" dt="2026-08-24T21:10:22.402" v="1127"/>
          <ac:spMkLst>
            <pc:docMk/>
            <pc:sldMk cId="3638109502" sldId="326"/>
            <ac:spMk id="25" creationId="{848E03E3-C660-91A7-EA66-EC4AA35195B2}"/>
          </ac:spMkLst>
        </pc:spChg>
      </pc:sldChg>
      <pc:sldChg chg="modSp add del replId">
        <pc:chgData name="Himon Thakur" userId="S::hthakur@uccs.edu::a867ebe2-df71-45de-bd76-0e0838cc4be1" providerId="AD" clId="Web-{00000000-0000-0000-0000-000000000000}" dt="2026-08-24T21:09:27.168" v="1126"/>
        <pc:sldMkLst>
          <pc:docMk/>
          <pc:sldMk cId="1345149214" sldId="327"/>
        </pc:sldMkLst>
        <pc:spChg chg="mod">
          <ac:chgData name="Himon Thakur" userId="S::hthakur@uccs.edu::a867ebe2-df71-45de-bd76-0e0838cc4be1" providerId="AD" clId="Web-{00000000-0000-0000-0000-000000000000}" dt="2026-08-24T21:09:21.980" v="1125" actId="20577"/>
          <ac:spMkLst>
            <pc:docMk/>
            <pc:sldMk cId="1345149214" sldId="327"/>
            <ac:spMk id="2" creationId="{4206A978-E45A-36B4-F3AA-815D789B284B}"/>
          </ac:spMkLst>
        </pc:spChg>
      </pc:sldChg>
      <pc:sldChg chg="addSp modSp add replId">
        <pc:chgData name="Himon Thakur" userId="S::hthakur@uccs.edu::a867ebe2-df71-45de-bd76-0e0838cc4be1" providerId="AD" clId="Web-{00000000-0000-0000-0000-000000000000}" dt="2026-08-24T21:14:49.184" v="1310"/>
        <pc:sldMkLst>
          <pc:docMk/>
          <pc:sldMk cId="4102422655" sldId="328"/>
        </pc:sldMkLst>
        <pc:spChg chg="mod">
          <ac:chgData name="Himon Thakur" userId="S::hthakur@uccs.edu::a867ebe2-df71-45de-bd76-0e0838cc4be1" providerId="AD" clId="Web-{00000000-0000-0000-0000-000000000000}" dt="2026-08-24T20:33:53.004" v="136" actId="20577"/>
          <ac:spMkLst>
            <pc:docMk/>
            <pc:sldMk cId="4102422655" sldId="328"/>
            <ac:spMk id="2" creationId="{32129F75-D749-8573-835F-F402F3B61AAA}"/>
          </ac:spMkLst>
        </pc:spChg>
        <pc:spChg chg="mod">
          <ac:chgData name="Himon Thakur" userId="S::hthakur@uccs.edu::a867ebe2-df71-45de-bd76-0e0838cc4be1" providerId="AD" clId="Web-{00000000-0000-0000-0000-000000000000}" dt="2026-08-24T21:13:09.075" v="1165" actId="20577"/>
          <ac:spMkLst>
            <pc:docMk/>
            <pc:sldMk cId="4102422655" sldId="328"/>
            <ac:spMk id="25" creationId="{D174F4BB-1248-F35F-C154-0F5D2D3491AC}"/>
          </ac:spMkLst>
        </pc:spChg>
        <pc:graphicFrameChg chg="add mod modGraphic">
          <ac:chgData name="Himon Thakur" userId="S::hthakur@uccs.edu::a867ebe2-df71-45de-bd76-0e0838cc4be1" providerId="AD" clId="Web-{00000000-0000-0000-0000-000000000000}" dt="2026-08-24T21:14:49.184" v="1310"/>
          <ac:graphicFrameMkLst>
            <pc:docMk/>
            <pc:sldMk cId="4102422655" sldId="328"/>
            <ac:graphicFrameMk id="3" creationId="{9BB70221-1778-16B7-652B-5C8752B06F8E}"/>
          </ac:graphicFrameMkLst>
        </pc:graphicFrameChg>
      </pc:sldChg>
      <pc:sldChg chg="modSp add replId">
        <pc:chgData name="Himon Thakur" userId="S::hthakur@uccs.edu::a867ebe2-df71-45de-bd76-0e0838cc4be1" providerId="AD" clId="Web-{00000000-0000-0000-0000-000000000000}" dt="2026-08-24T20:34:42.660" v="158" actId="20577"/>
        <pc:sldMkLst>
          <pc:docMk/>
          <pc:sldMk cId="276314237" sldId="329"/>
        </pc:sldMkLst>
        <pc:spChg chg="mod">
          <ac:chgData name="Himon Thakur" userId="S::hthakur@uccs.edu::a867ebe2-df71-45de-bd76-0e0838cc4be1" providerId="AD" clId="Web-{00000000-0000-0000-0000-000000000000}" dt="2026-08-24T20:34:42.660" v="158" actId="20577"/>
          <ac:spMkLst>
            <pc:docMk/>
            <pc:sldMk cId="276314237" sldId="329"/>
            <ac:spMk id="2" creationId="{86C2472F-9000-3E07-8A3F-FDFBB2E9B698}"/>
          </ac:spMkLst>
        </pc:spChg>
      </pc:sldChg>
      <pc:sldChg chg="modSp add replId">
        <pc:chgData name="Himon Thakur" userId="S::hthakur@uccs.edu::a867ebe2-df71-45de-bd76-0e0838cc4be1" providerId="AD" clId="Web-{00000000-0000-0000-0000-000000000000}" dt="2026-08-24T20:34:48.816" v="160" actId="20577"/>
        <pc:sldMkLst>
          <pc:docMk/>
          <pc:sldMk cId="1048158296" sldId="330"/>
        </pc:sldMkLst>
        <pc:spChg chg="mod">
          <ac:chgData name="Himon Thakur" userId="S::hthakur@uccs.edu::a867ebe2-df71-45de-bd76-0e0838cc4be1" providerId="AD" clId="Web-{00000000-0000-0000-0000-000000000000}" dt="2026-08-24T20:34:48.816" v="160" actId="20577"/>
          <ac:spMkLst>
            <pc:docMk/>
            <pc:sldMk cId="1048158296" sldId="330"/>
            <ac:spMk id="2" creationId="{9C510D6F-4A3D-4730-7664-731D8B640F0D}"/>
          </ac:spMkLst>
        </pc:spChg>
      </pc:sldChg>
      <pc:sldChg chg="modSp add replId">
        <pc:chgData name="Himon Thakur" userId="S::hthakur@uccs.edu::a867ebe2-df71-45de-bd76-0e0838cc4be1" providerId="AD" clId="Web-{00000000-0000-0000-0000-000000000000}" dt="2026-08-24T20:35:01.801" v="165" actId="20577"/>
        <pc:sldMkLst>
          <pc:docMk/>
          <pc:sldMk cId="3314868438" sldId="331"/>
        </pc:sldMkLst>
        <pc:spChg chg="mod">
          <ac:chgData name="Himon Thakur" userId="S::hthakur@uccs.edu::a867ebe2-df71-45de-bd76-0e0838cc4be1" providerId="AD" clId="Web-{00000000-0000-0000-0000-000000000000}" dt="2026-08-24T20:35:01.801" v="165" actId="20577"/>
          <ac:spMkLst>
            <pc:docMk/>
            <pc:sldMk cId="3314868438" sldId="331"/>
            <ac:spMk id="2" creationId="{55ED181B-734C-ACAB-DF9E-AC2F2596A820}"/>
          </ac:spMkLst>
        </pc:spChg>
      </pc:sldChg>
      <pc:sldChg chg="addSp delSp modSp add replId">
        <pc:chgData name="Himon Thakur" userId="S::hthakur@uccs.edu::a867ebe2-df71-45de-bd76-0e0838cc4be1" providerId="AD" clId="Web-{00000000-0000-0000-0000-000000000000}" dt="2026-08-24T20:56:47.087" v="639" actId="20577"/>
        <pc:sldMkLst>
          <pc:docMk/>
          <pc:sldMk cId="2226289718" sldId="332"/>
        </pc:sldMkLst>
        <pc:spChg chg="mod">
          <ac:chgData name="Himon Thakur" userId="S::hthakur@uccs.edu::a867ebe2-df71-45de-bd76-0e0838cc4be1" providerId="AD" clId="Web-{00000000-0000-0000-0000-000000000000}" dt="2026-08-24T20:56:47.087" v="639" actId="20577"/>
          <ac:spMkLst>
            <pc:docMk/>
            <pc:sldMk cId="2226289718" sldId="332"/>
            <ac:spMk id="2" creationId="{8456B987-1F80-1C52-5249-A5CC9ABD6570}"/>
          </ac:spMkLst>
        </pc:spChg>
        <pc:spChg chg="add del mod">
          <ac:chgData name="Himon Thakur" userId="S::hthakur@uccs.edu::a867ebe2-df71-45de-bd76-0e0838cc4be1" providerId="AD" clId="Web-{00000000-0000-0000-0000-000000000000}" dt="2026-08-24T20:55:52.352" v="633" actId="20577"/>
          <ac:spMkLst>
            <pc:docMk/>
            <pc:sldMk cId="2226289718" sldId="332"/>
            <ac:spMk id="25" creationId="{9798841E-1FD7-E009-DB1D-0608B2ECC37D}"/>
          </ac:spMkLst>
        </pc:spChg>
      </pc:sldChg>
      <pc:sldChg chg="modSp add del replId">
        <pc:chgData name="Himon Thakur" userId="S::hthakur@uccs.edu::a867ebe2-df71-45de-bd76-0e0838cc4be1" providerId="AD" clId="Web-{00000000-0000-0000-0000-000000000000}" dt="2026-08-24T20:56:02.009" v="634"/>
        <pc:sldMkLst>
          <pc:docMk/>
          <pc:sldMk cId="3805876622" sldId="333"/>
        </pc:sldMkLst>
        <pc:spChg chg="mod">
          <ac:chgData name="Himon Thakur" userId="S::hthakur@uccs.edu::a867ebe2-df71-45de-bd76-0e0838cc4be1" providerId="AD" clId="Web-{00000000-0000-0000-0000-000000000000}" dt="2026-08-24T20:41:43.333" v="272" actId="20577"/>
          <ac:spMkLst>
            <pc:docMk/>
            <pc:sldMk cId="3805876622" sldId="333"/>
            <ac:spMk id="2" creationId="{1D732A74-E2C2-1033-FE39-4417BACEBB9C}"/>
          </ac:spMkLst>
        </pc:spChg>
      </pc:sldChg>
      <pc:sldChg chg="add ord replId">
        <pc:chgData name="Himon Thakur" userId="S::hthakur@uccs.edu::a867ebe2-df71-45de-bd76-0e0838cc4be1" providerId="AD" clId="Web-{00000000-0000-0000-0000-000000000000}" dt="2026-08-24T20:38:28.926" v="194"/>
        <pc:sldMkLst>
          <pc:docMk/>
          <pc:sldMk cId="3093369282" sldId="334"/>
        </pc:sldMkLst>
      </pc:sldChg>
      <pc:sldChg chg="delSp modSp add replId">
        <pc:chgData name="Himon Thakur" userId="S::hthakur@uccs.edu::a867ebe2-df71-45de-bd76-0e0838cc4be1" providerId="AD" clId="Web-{00000000-0000-0000-0000-000000000000}" dt="2026-08-24T21:01:02.275" v="741" actId="20577"/>
        <pc:sldMkLst>
          <pc:docMk/>
          <pc:sldMk cId="2741177205" sldId="335"/>
        </pc:sldMkLst>
        <pc:spChg chg="mod">
          <ac:chgData name="Himon Thakur" userId="S::hthakur@uccs.edu::a867ebe2-df71-45de-bd76-0e0838cc4be1" providerId="AD" clId="Web-{00000000-0000-0000-0000-000000000000}" dt="2026-08-24T21:01:02.275" v="741" actId="20577"/>
          <ac:spMkLst>
            <pc:docMk/>
            <pc:sldMk cId="2741177205" sldId="335"/>
            <ac:spMk id="2" creationId="{4ADA3F37-7FF1-1780-5F08-73B7F1001CC2}"/>
          </ac:spMkLst>
        </pc:spChg>
        <pc:spChg chg="del mod">
          <ac:chgData name="Himon Thakur" userId="S::hthakur@uccs.edu::a867ebe2-df71-45de-bd76-0e0838cc4be1" providerId="AD" clId="Web-{00000000-0000-0000-0000-000000000000}" dt="2026-08-24T20:56:15.915" v="638"/>
          <ac:spMkLst>
            <pc:docMk/>
            <pc:sldMk cId="2741177205" sldId="335"/>
            <ac:spMk id="25" creationId="{4571D945-B0CC-3AEB-B920-E343777DD011}"/>
          </ac:spMkLst>
        </pc:spChg>
      </pc:sldChg>
      <pc:sldChg chg="modSp add replId">
        <pc:chgData name="Himon Thakur" userId="S::hthakur@uccs.edu::a867ebe2-df71-45de-bd76-0e0838cc4be1" providerId="AD" clId="Web-{00000000-0000-0000-0000-000000000000}" dt="2026-08-24T21:01:11.182" v="747" actId="20577"/>
        <pc:sldMkLst>
          <pc:docMk/>
          <pc:sldMk cId="1509576849" sldId="336"/>
        </pc:sldMkLst>
        <pc:spChg chg="mod">
          <ac:chgData name="Himon Thakur" userId="S::hthakur@uccs.edu::a867ebe2-df71-45de-bd76-0e0838cc4be1" providerId="AD" clId="Web-{00000000-0000-0000-0000-000000000000}" dt="2026-08-24T21:01:11.182" v="747" actId="20577"/>
          <ac:spMkLst>
            <pc:docMk/>
            <pc:sldMk cId="1509576849" sldId="336"/>
            <ac:spMk id="2" creationId="{E73C748E-101E-FD7B-191E-930FBC070B5D}"/>
          </ac:spMkLst>
        </pc:spChg>
      </pc:sldChg>
      <pc:sldChg chg="add del replId">
        <pc:chgData name="Himon Thakur" userId="S::hthakur@uccs.edu::a867ebe2-df71-45de-bd76-0e0838cc4be1" providerId="AD" clId="Web-{00000000-0000-0000-0000-000000000000}" dt="2026-08-24T21:08:55.480" v="1116"/>
        <pc:sldMkLst>
          <pc:docMk/>
          <pc:sldMk cId="2444122994" sldId="337"/>
        </pc:sldMkLst>
      </pc:sldChg>
    </pc:docChg>
  </pc:docChgLst>
  <pc:docChgLst>
    <pc:chgData name="Himon Thakur" userId="S::hthakur@uccs.edu::a867ebe2-df71-45de-bd76-0e0838cc4be1" providerId="AD" clId="Web-{0E6BF1C1-F181-FBC5-9BCE-6FC95A2287F5}"/>
    <pc:docChg chg="modSld">
      <pc:chgData name="Himon Thakur" userId="S::hthakur@uccs.edu::a867ebe2-df71-45de-bd76-0e0838cc4be1" providerId="AD" clId="Web-{0E6BF1C1-F181-FBC5-9BCE-6FC95A2287F5}" dt="2026-08-24T22:44:31.010" v="17" actId="20577"/>
      <pc:docMkLst>
        <pc:docMk/>
      </pc:docMkLst>
      <pc:sldChg chg="modSp">
        <pc:chgData name="Himon Thakur" userId="S::hthakur@uccs.edu::a867ebe2-df71-45de-bd76-0e0838cc4be1" providerId="AD" clId="Web-{0E6BF1C1-F181-FBC5-9BCE-6FC95A2287F5}" dt="2026-08-24T22:44:31.010" v="17" actId="20577"/>
        <pc:sldMkLst>
          <pc:docMk/>
          <pc:sldMk cId="2721805495" sldId="322"/>
        </pc:sldMkLst>
        <pc:spChg chg="mod">
          <ac:chgData name="Himon Thakur" userId="S::hthakur@uccs.edu::a867ebe2-df71-45de-bd76-0e0838cc4be1" providerId="AD" clId="Web-{0E6BF1C1-F181-FBC5-9BCE-6FC95A2287F5}" dt="2026-08-24T22:44:31.010" v="17" actId="20577"/>
          <ac:spMkLst>
            <pc:docMk/>
            <pc:sldMk cId="2721805495" sldId="322"/>
            <ac:spMk id="2" creationId="{6DD41D42-A3C0-1A35-7252-90A03D3AD070}"/>
          </ac:spMkLst>
        </pc:spChg>
      </pc:sldChg>
      <pc:sldChg chg="modSp">
        <pc:chgData name="Himon Thakur" userId="S::hthakur@uccs.edu::a867ebe2-df71-45de-bd76-0e0838cc4be1" providerId="AD" clId="Web-{0E6BF1C1-F181-FBC5-9BCE-6FC95A2287F5}" dt="2026-08-24T22:44:04.541" v="10" actId="20577"/>
        <pc:sldMkLst>
          <pc:docMk/>
          <pc:sldMk cId="2226289718" sldId="332"/>
        </pc:sldMkLst>
        <pc:spChg chg="mod">
          <ac:chgData name="Himon Thakur" userId="S::hthakur@uccs.edu::a867ebe2-df71-45de-bd76-0e0838cc4be1" providerId="AD" clId="Web-{0E6BF1C1-F181-FBC5-9BCE-6FC95A2287F5}" dt="2026-08-24T22:44:04.541" v="10" actId="20577"/>
          <ac:spMkLst>
            <pc:docMk/>
            <pc:sldMk cId="2226289718" sldId="332"/>
            <ac:spMk id="25" creationId="{9798841E-1FD7-E009-DB1D-0608B2ECC37D}"/>
          </ac:spMkLst>
        </pc:spChg>
      </pc:sldChg>
      <pc:sldChg chg="modSp">
        <pc:chgData name="Himon Thakur" userId="S::hthakur@uccs.edu::a867ebe2-df71-45de-bd76-0e0838cc4be1" providerId="AD" clId="Web-{0E6BF1C1-F181-FBC5-9BCE-6FC95A2287F5}" dt="2026-08-24T22:44:20.275" v="16" actId="20577"/>
        <pc:sldMkLst>
          <pc:docMk/>
          <pc:sldMk cId="3293667084" sldId="337"/>
        </pc:sldMkLst>
        <pc:spChg chg="mod">
          <ac:chgData name="Himon Thakur" userId="S::hthakur@uccs.edu::a867ebe2-df71-45de-bd76-0e0838cc4be1" providerId="AD" clId="Web-{0E6BF1C1-F181-FBC5-9BCE-6FC95A2287F5}" dt="2026-08-24T22:44:20.275" v="16" actId="20577"/>
          <ac:spMkLst>
            <pc:docMk/>
            <pc:sldMk cId="3293667084" sldId="337"/>
            <ac:spMk id="25" creationId="{6F1CDF8D-37CE-435B-B07B-089B2A027CBF}"/>
          </ac:spMkLst>
        </pc:spChg>
      </pc:sldChg>
    </pc:docChg>
  </pc:docChgLst>
  <pc:docChgLst>
    <pc:chgData name="Himon Thakur" userId="a867ebe2-df71-45de-bd76-0e0838cc4be1" providerId="ADAL" clId="{A993F011-7DDF-4356-B6E9-E80EF479E2C5}"/>
    <pc:docChg chg="undo custSel delSld modSld modSection">
      <pc:chgData name="Himon Thakur" userId="a867ebe2-df71-45de-bd76-0e0838cc4be1" providerId="ADAL" clId="{A993F011-7DDF-4356-B6E9-E80EF479E2C5}" dt="2026-08-24T08:07:30.425" v="118" actId="1035"/>
      <pc:docMkLst>
        <pc:docMk/>
      </pc:docMkLst>
      <pc:sldChg chg="delSp modSp mod">
        <pc:chgData name="Himon Thakur" userId="a867ebe2-df71-45de-bd76-0e0838cc4be1" providerId="ADAL" clId="{A993F011-7DDF-4356-B6E9-E80EF479E2C5}" dt="2026-08-24T08:02:18.819" v="103" actId="20577"/>
        <pc:sldMkLst>
          <pc:docMk/>
          <pc:sldMk cId="109857222" sldId="256"/>
        </pc:sldMkLst>
        <pc:spChg chg="mod">
          <ac:chgData name="Himon Thakur" userId="a867ebe2-df71-45de-bd76-0e0838cc4be1" providerId="ADAL" clId="{A993F011-7DDF-4356-B6E9-E80EF479E2C5}" dt="2026-08-24T08:00:39.121" v="44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imon Thakur" userId="a867ebe2-df71-45de-bd76-0e0838cc4be1" providerId="ADAL" clId="{A993F011-7DDF-4356-B6E9-E80EF479E2C5}" dt="2026-08-24T08:02:18.819" v="103" actId="20577"/>
          <ac:spMkLst>
            <pc:docMk/>
            <pc:sldMk cId="109857222" sldId="256"/>
            <ac:spMk id="3" creationId="{00000000-0000-0000-0000-000000000000}"/>
          </ac:spMkLst>
        </pc:spChg>
        <pc:picChg chg="del">
          <ac:chgData name="Himon Thakur" userId="a867ebe2-df71-45de-bd76-0e0838cc4be1" providerId="ADAL" clId="{A993F011-7DDF-4356-B6E9-E80EF479E2C5}" dt="2026-08-24T07:56:46.311" v="5" actId="478"/>
          <ac:picMkLst>
            <pc:docMk/>
            <pc:sldMk cId="109857222" sldId="256"/>
            <ac:picMk id="6" creationId="{00ACF783-50A2-EE5A-00AF-E0DC2A0FC978}"/>
          </ac:picMkLst>
        </pc:picChg>
        <pc:picChg chg="del">
          <ac:chgData name="Himon Thakur" userId="a867ebe2-df71-45de-bd76-0e0838cc4be1" providerId="ADAL" clId="{A993F011-7DDF-4356-B6E9-E80EF479E2C5}" dt="2026-08-24T07:56:50.369" v="6" actId="478"/>
          <ac:picMkLst>
            <pc:docMk/>
            <pc:sldMk cId="109857222" sldId="256"/>
            <ac:picMk id="7" creationId="{89FA20B8-CA2A-A1CE-8C75-77F587AB99EB}"/>
          </ac:picMkLst>
        </pc:picChg>
      </pc:sldChg>
      <pc:sldChg chg="modSp mod">
        <pc:chgData name="Himon Thakur" userId="a867ebe2-df71-45de-bd76-0e0838cc4be1" providerId="ADAL" clId="{A993F011-7DDF-4356-B6E9-E80EF479E2C5}" dt="2026-08-24T08:07:30.425" v="118" actId="1035"/>
        <pc:sldMkLst>
          <pc:docMk/>
          <pc:sldMk cId="2096135267" sldId="257"/>
        </pc:sldMkLst>
        <pc:spChg chg="mod">
          <ac:chgData name="Himon Thakur" userId="a867ebe2-df71-45de-bd76-0e0838cc4be1" providerId="ADAL" clId="{A993F011-7DDF-4356-B6E9-E80EF479E2C5}" dt="2026-08-24T08:07:11.921" v="112" actId="20577"/>
          <ac:spMkLst>
            <pc:docMk/>
            <pc:sldMk cId="2096135267" sldId="257"/>
            <ac:spMk id="2" creationId="{2756786A-DB79-C2E9-C26B-F79D3B6651A5}"/>
          </ac:spMkLst>
        </pc:spChg>
        <pc:graphicFrameChg chg="mod">
          <ac:chgData name="Himon Thakur" userId="a867ebe2-df71-45de-bd76-0e0838cc4be1" providerId="ADAL" clId="{A993F011-7DDF-4356-B6E9-E80EF479E2C5}" dt="2026-08-24T08:07:30.425" v="118" actId="1035"/>
          <ac:graphicFrameMkLst>
            <pc:docMk/>
            <pc:sldMk cId="2096135267" sldId="257"/>
            <ac:graphicFrameMk id="10" creationId="{BC5D725F-D99C-D237-822E-BCE740B4F1D3}"/>
          </ac:graphicFrameMkLst>
        </pc:graphicFrameChg>
      </pc:sldChg>
      <pc:sldChg chg="modSp mod">
        <pc:chgData name="Himon Thakur" userId="a867ebe2-df71-45de-bd76-0e0838cc4be1" providerId="ADAL" clId="{A993F011-7DDF-4356-B6E9-E80EF479E2C5}" dt="2026-08-24T07:54:09.341" v="0" actId="20577"/>
        <pc:sldMkLst>
          <pc:docMk/>
          <pc:sldMk cId="4246919601" sldId="270"/>
        </pc:sldMkLst>
        <pc:spChg chg="mod">
          <ac:chgData name="Himon Thakur" userId="a867ebe2-df71-45de-bd76-0e0838cc4be1" providerId="ADAL" clId="{A993F011-7DDF-4356-B6E9-E80EF479E2C5}" dt="2026-08-24T07:54:09.341" v="0" actId="20577"/>
          <ac:spMkLst>
            <pc:docMk/>
            <pc:sldMk cId="4246919601" sldId="270"/>
            <ac:spMk id="3" creationId="{64B6D382-E63F-8072-3870-82AA42427E85}"/>
          </ac:spMkLst>
        </pc:spChg>
      </pc:sldChg>
      <pc:sldChg chg="del">
        <pc:chgData name="Himon Thakur" userId="a867ebe2-df71-45de-bd76-0e0838cc4be1" providerId="ADAL" clId="{A993F011-7DDF-4356-B6E9-E80EF479E2C5}" dt="2026-08-24T07:54:36.562" v="4" actId="47"/>
        <pc:sldMkLst>
          <pc:docMk/>
          <pc:sldMk cId="2273443886" sldId="275"/>
        </pc:sldMkLst>
      </pc:sldChg>
      <pc:sldChg chg="del">
        <pc:chgData name="Himon Thakur" userId="a867ebe2-df71-45de-bd76-0e0838cc4be1" providerId="ADAL" clId="{A993F011-7DDF-4356-B6E9-E80EF479E2C5}" dt="2026-08-24T07:54:34.353" v="3" actId="47"/>
        <pc:sldMkLst>
          <pc:docMk/>
          <pc:sldMk cId="1094102466" sldId="279"/>
        </pc:sldMkLst>
      </pc:sldChg>
      <pc:sldChg chg="del">
        <pc:chgData name="Himon Thakur" userId="a867ebe2-df71-45de-bd76-0e0838cc4be1" providerId="ADAL" clId="{A993F011-7DDF-4356-B6E9-E80EF479E2C5}" dt="2026-08-24T07:54:34.353" v="3" actId="47"/>
        <pc:sldMkLst>
          <pc:docMk/>
          <pc:sldMk cId="2506266721" sldId="280"/>
        </pc:sldMkLst>
      </pc:sldChg>
      <pc:sldChg chg="del">
        <pc:chgData name="Himon Thakur" userId="a867ebe2-df71-45de-bd76-0e0838cc4be1" providerId="ADAL" clId="{A993F011-7DDF-4356-B6E9-E80EF479E2C5}" dt="2026-08-24T07:54:34.353" v="3" actId="47"/>
        <pc:sldMkLst>
          <pc:docMk/>
          <pc:sldMk cId="2462150490" sldId="282"/>
        </pc:sldMkLst>
      </pc:sldChg>
      <pc:sldChg chg="del">
        <pc:chgData name="Himon Thakur" userId="a867ebe2-df71-45de-bd76-0e0838cc4be1" providerId="ADAL" clId="{A993F011-7DDF-4356-B6E9-E80EF479E2C5}" dt="2026-08-24T07:54:26.027" v="2" actId="47"/>
        <pc:sldMkLst>
          <pc:docMk/>
          <pc:sldMk cId="171155332" sldId="283"/>
        </pc:sldMkLst>
      </pc:sldChg>
      <pc:sldChg chg="del">
        <pc:chgData name="Himon Thakur" userId="a867ebe2-df71-45de-bd76-0e0838cc4be1" providerId="ADAL" clId="{A993F011-7DDF-4356-B6E9-E80EF479E2C5}" dt="2026-08-24T07:54:26.027" v="2" actId="47"/>
        <pc:sldMkLst>
          <pc:docMk/>
          <pc:sldMk cId="1019079508" sldId="284"/>
        </pc:sldMkLst>
      </pc:sldChg>
      <pc:sldChg chg="del">
        <pc:chgData name="Himon Thakur" userId="a867ebe2-df71-45de-bd76-0e0838cc4be1" providerId="ADAL" clId="{A993F011-7DDF-4356-B6E9-E80EF479E2C5}" dt="2026-08-24T07:54:26.027" v="2" actId="47"/>
        <pc:sldMkLst>
          <pc:docMk/>
          <pc:sldMk cId="1071575842" sldId="285"/>
        </pc:sldMkLst>
      </pc:sldChg>
      <pc:sldChg chg="del">
        <pc:chgData name="Himon Thakur" userId="a867ebe2-df71-45de-bd76-0e0838cc4be1" providerId="ADAL" clId="{A993F011-7DDF-4356-B6E9-E80EF479E2C5}" dt="2026-08-24T07:54:26.027" v="2" actId="47"/>
        <pc:sldMkLst>
          <pc:docMk/>
          <pc:sldMk cId="3721922922" sldId="286"/>
        </pc:sldMkLst>
      </pc:sldChg>
      <pc:sldChg chg="del">
        <pc:chgData name="Himon Thakur" userId="a867ebe2-df71-45de-bd76-0e0838cc4be1" providerId="ADAL" clId="{A993F011-7DDF-4356-B6E9-E80EF479E2C5}" dt="2026-08-24T07:54:26.027" v="2" actId="47"/>
        <pc:sldMkLst>
          <pc:docMk/>
          <pc:sldMk cId="3356378049" sldId="287"/>
        </pc:sldMkLst>
      </pc:sldChg>
      <pc:sldChg chg="del">
        <pc:chgData name="Himon Thakur" userId="a867ebe2-df71-45de-bd76-0e0838cc4be1" providerId="ADAL" clId="{A993F011-7DDF-4356-B6E9-E80EF479E2C5}" dt="2026-08-24T07:54:26.027" v="2" actId="47"/>
        <pc:sldMkLst>
          <pc:docMk/>
          <pc:sldMk cId="1668736593" sldId="295"/>
        </pc:sldMkLst>
      </pc:sldChg>
      <pc:sldChg chg="del">
        <pc:chgData name="Himon Thakur" userId="a867ebe2-df71-45de-bd76-0e0838cc4be1" providerId="ADAL" clId="{A993F011-7DDF-4356-B6E9-E80EF479E2C5}" dt="2026-08-24T07:54:26.027" v="2" actId="47"/>
        <pc:sldMkLst>
          <pc:docMk/>
          <pc:sldMk cId="3293469365" sldId="298"/>
        </pc:sldMkLst>
      </pc:sldChg>
      <pc:sldChg chg="del">
        <pc:chgData name="Himon Thakur" userId="a867ebe2-df71-45de-bd76-0e0838cc4be1" providerId="ADAL" clId="{A993F011-7DDF-4356-B6E9-E80EF479E2C5}" dt="2026-08-24T07:54:16.334" v="1" actId="47"/>
        <pc:sldMkLst>
          <pc:docMk/>
          <pc:sldMk cId="2810470427" sldId="300"/>
        </pc:sldMkLst>
      </pc:sldChg>
      <pc:sldChg chg="del">
        <pc:chgData name="Himon Thakur" userId="a867ebe2-df71-45de-bd76-0e0838cc4be1" providerId="ADAL" clId="{A993F011-7DDF-4356-B6E9-E80EF479E2C5}" dt="2026-08-24T07:54:34.353" v="3" actId="47"/>
        <pc:sldMkLst>
          <pc:docMk/>
          <pc:sldMk cId="955592746" sldId="304"/>
        </pc:sldMkLst>
      </pc:sldChg>
      <pc:sldChg chg="del">
        <pc:chgData name="Himon Thakur" userId="a867ebe2-df71-45de-bd76-0e0838cc4be1" providerId="ADAL" clId="{A993F011-7DDF-4356-B6E9-E80EF479E2C5}" dt="2026-08-24T07:54:34.353" v="3" actId="47"/>
        <pc:sldMkLst>
          <pc:docMk/>
          <pc:sldMk cId="1655173152" sldId="305"/>
        </pc:sldMkLst>
      </pc:sldChg>
      <pc:sldChg chg="del">
        <pc:chgData name="Himon Thakur" userId="a867ebe2-df71-45de-bd76-0e0838cc4be1" providerId="ADAL" clId="{A993F011-7DDF-4356-B6E9-E80EF479E2C5}" dt="2026-08-24T07:54:34.353" v="3" actId="47"/>
        <pc:sldMkLst>
          <pc:docMk/>
          <pc:sldMk cId="3694280653" sldId="306"/>
        </pc:sldMkLst>
      </pc:sldChg>
      <pc:sldChg chg="del">
        <pc:chgData name="Himon Thakur" userId="a867ebe2-df71-45de-bd76-0e0838cc4be1" providerId="ADAL" clId="{A993F011-7DDF-4356-B6E9-E80EF479E2C5}" dt="2026-08-24T07:54:34.353" v="3" actId="47"/>
        <pc:sldMkLst>
          <pc:docMk/>
          <pc:sldMk cId="957471142" sldId="307"/>
        </pc:sldMkLst>
      </pc:sldChg>
      <pc:sldChg chg="del">
        <pc:chgData name="Himon Thakur" userId="a867ebe2-df71-45de-bd76-0e0838cc4be1" providerId="ADAL" clId="{A993F011-7DDF-4356-B6E9-E80EF479E2C5}" dt="2026-08-24T07:54:34.353" v="3" actId="47"/>
        <pc:sldMkLst>
          <pc:docMk/>
          <pc:sldMk cId="2566291670" sldId="308"/>
        </pc:sldMkLst>
      </pc:sldChg>
      <pc:sldChg chg="del">
        <pc:chgData name="Himon Thakur" userId="a867ebe2-df71-45de-bd76-0e0838cc4be1" providerId="ADAL" clId="{A993F011-7DDF-4356-B6E9-E80EF479E2C5}" dt="2026-08-24T07:54:26.027" v="2" actId="47"/>
        <pc:sldMkLst>
          <pc:docMk/>
          <pc:sldMk cId="1262025265" sldId="309"/>
        </pc:sldMkLst>
      </pc:sldChg>
      <pc:sldChg chg="del">
        <pc:chgData name="Himon Thakur" userId="a867ebe2-df71-45de-bd76-0e0838cc4be1" providerId="ADAL" clId="{A993F011-7DDF-4356-B6E9-E80EF479E2C5}" dt="2026-08-24T07:54:26.027" v="2" actId="47"/>
        <pc:sldMkLst>
          <pc:docMk/>
          <pc:sldMk cId="3930403770" sldId="313"/>
        </pc:sldMkLst>
      </pc:sldChg>
      <pc:sldChg chg="del">
        <pc:chgData name="Himon Thakur" userId="a867ebe2-df71-45de-bd76-0e0838cc4be1" providerId="ADAL" clId="{A993F011-7DDF-4356-B6E9-E80EF479E2C5}" dt="2026-08-24T07:54:26.027" v="2" actId="47"/>
        <pc:sldMkLst>
          <pc:docMk/>
          <pc:sldMk cId="3632583085" sldId="314"/>
        </pc:sldMkLst>
      </pc:sldChg>
      <pc:sldChg chg="del">
        <pc:chgData name="Himon Thakur" userId="a867ebe2-df71-45de-bd76-0e0838cc4be1" providerId="ADAL" clId="{A993F011-7DDF-4356-B6E9-E80EF479E2C5}" dt="2026-08-24T07:54:26.027" v="2" actId="47"/>
        <pc:sldMkLst>
          <pc:docMk/>
          <pc:sldMk cId="1759967755" sldId="316"/>
        </pc:sldMkLst>
      </pc:sldChg>
      <pc:sldChg chg="del">
        <pc:chgData name="Himon Thakur" userId="a867ebe2-df71-45de-bd76-0e0838cc4be1" providerId="ADAL" clId="{A993F011-7DDF-4356-B6E9-E80EF479E2C5}" dt="2026-08-24T07:54:26.027" v="2" actId="47"/>
        <pc:sldMkLst>
          <pc:docMk/>
          <pc:sldMk cId="2404619379" sldId="317"/>
        </pc:sldMkLst>
      </pc:sldChg>
      <pc:sldChg chg="del">
        <pc:chgData name="Himon Thakur" userId="a867ebe2-df71-45de-bd76-0e0838cc4be1" providerId="ADAL" clId="{A993F011-7DDF-4356-B6E9-E80EF479E2C5}" dt="2026-08-24T07:54:26.027" v="2" actId="47"/>
        <pc:sldMkLst>
          <pc:docMk/>
          <pc:sldMk cId="2160751751" sldId="322"/>
        </pc:sldMkLst>
      </pc:sldChg>
      <pc:sldChg chg="del">
        <pc:chgData name="Himon Thakur" userId="a867ebe2-df71-45de-bd76-0e0838cc4be1" providerId="ADAL" clId="{A993F011-7DDF-4356-B6E9-E80EF479E2C5}" dt="2026-08-24T07:54:26.027" v="2" actId="47"/>
        <pc:sldMkLst>
          <pc:docMk/>
          <pc:sldMk cId="2249511141" sldId="323"/>
        </pc:sldMkLst>
      </pc:sldChg>
      <pc:sldChg chg="del">
        <pc:chgData name="Himon Thakur" userId="a867ebe2-df71-45de-bd76-0e0838cc4be1" providerId="ADAL" clId="{A993F011-7DDF-4356-B6E9-E80EF479E2C5}" dt="2026-08-24T07:54:26.027" v="2" actId="47"/>
        <pc:sldMkLst>
          <pc:docMk/>
          <pc:sldMk cId="2548376799" sldId="3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6E351-5889-4606-851F-9CE32354911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9A697-E2F0-4093-9634-3E22EDA0B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1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CD51C-B806-1C98-3C1E-74C3CB85E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20144-92EC-4C38-73AE-E02FE2082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7BA69B-188D-C3EB-0149-D910BE4DD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single point of failure</a:t>
            </a:r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E5F0A-827E-41B7-E2DA-B496D9AC8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A697-E2F0-4093-9634-3E22EDA0B5C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95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988FF-A240-AA62-FD77-A945505DC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058F3-7D4D-AC45-EABE-B11DF0C19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70DAD-50E5-5DA7-0E10-3CB81A0DD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single point of failure</a:t>
            </a:r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8A538-6266-4F99-7605-08110E4E8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A697-E2F0-4093-9634-3E22EDA0B5C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732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8813A-9329-426C-8047-01C1395FFE36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98ED8-9146-4BE6-B540-8347B7D3438C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3B9B1-624C-4443-9E49-4AE5E8C13226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804C-B05D-4C85-95DC-ACD6E58FC5CF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878C0-F05B-4E10-BEA1-D8C122382F74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E8022-ABBB-4C19-AC05-69F05BDFBB5D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303E2-840D-4389-90AF-4B66070F5592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37C5A-9E50-49CC-95CE-AA003F394609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9019-D333-4149-8780-C872D9CA9A8F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8753-E8D8-4E4B-8EC0-E06A258A09C0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AC97C-B3CE-4D72-BCA1-C99A1B0D10C7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E7E88-3F9E-4598-A06E-B6F43CDC37BA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thakur@ucc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hthakur@uccs.edu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github.com/vanisitor/Computer-Science-Textbooks/blob/master/Computer-Organization-and-Design-The-Hardware-Software-Interface-RISC-V-Edition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494"/>
            <a:ext cx="12197675" cy="34314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>
                <a:ea typeface="+mj-lt"/>
                <a:cs typeface="+mj-lt"/>
              </a:rPr>
              <a:t>CS 2160</a:t>
            </a:r>
            <a:br>
              <a:rPr lang="en-US" sz="3600" b="1">
                <a:ea typeface="+mj-lt"/>
                <a:cs typeface="+mj-lt"/>
              </a:rPr>
            </a:br>
            <a:r>
              <a:rPr lang="en-US" sz="3600"/>
              <a:t>Introduction to Assembly Programming and</a:t>
            </a:r>
            <a:br>
              <a:rPr lang="en-US" sz="3600"/>
            </a:br>
            <a:r>
              <a:rPr lang="en-US" sz="3600"/>
              <a:t>Computer Organization</a:t>
            </a:r>
            <a:endParaRPr lang="en-US" sz="3600">
              <a:ea typeface="+mj-lt"/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" y="3150493"/>
            <a:ext cx="12185542" cy="32458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Aptos"/>
                <a:ea typeface="Calibri"/>
                <a:cs typeface="Calibri"/>
              </a:rPr>
              <a:t>Fall 2026</a:t>
            </a:r>
            <a:endParaRPr lang="en-US">
              <a:latin typeface="Aptos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b="1">
                <a:latin typeface="Calibri"/>
                <a:ea typeface="Calibri"/>
                <a:cs typeface="Calibri"/>
              </a:rPr>
              <a:t>Instructor</a:t>
            </a:r>
            <a:r>
              <a:rPr lang="en-US">
                <a:latin typeface="Calibri"/>
                <a:ea typeface="Calibri"/>
                <a:cs typeface="Calibri"/>
              </a:rPr>
              <a:t>: Himon Thakur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b="1">
                <a:latin typeface="Calibri"/>
                <a:ea typeface="Calibri"/>
                <a:cs typeface="Calibri"/>
              </a:rPr>
              <a:t>TA: </a:t>
            </a:r>
            <a:r>
              <a:rPr lang="en-US">
                <a:latin typeface="Calibri"/>
                <a:ea typeface="Calibri"/>
                <a:cs typeface="Calibri"/>
              </a:rPr>
              <a:t>Hassan Shakil</a:t>
            </a: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/>
              <a:t>University of Colorado </a:t>
            </a:r>
            <a:r>
              <a:rPr lang="en-US" err="1"/>
              <a:t>Colorado</a:t>
            </a:r>
            <a:r>
              <a:rPr lang="en-US"/>
              <a:t> Springs (UCCS)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3017D99-3D2A-E0CE-054E-E32FE8E968E6}"/>
              </a:ext>
            </a:extLst>
          </p:cNvPr>
          <p:cNvSpPr txBox="1"/>
          <p:nvPr/>
        </p:nvSpPr>
        <p:spPr>
          <a:xfrm>
            <a:off x="20320" y="6407876"/>
            <a:ext cx="12181838" cy="43858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Himon Thakur</a:t>
            </a:r>
            <a:r>
              <a:rPr lang="en-US" sz="1200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 (</a:t>
            </a:r>
            <a:r>
              <a:rPr lang="en-US" sz="1200">
                <a:solidFill>
                  <a:srgbClr val="767676"/>
                </a:solidFill>
                <a:latin typeface="Aptos Display"/>
                <a:ea typeface="Calibri"/>
                <a:cs typeface="Calibri"/>
                <a:hlinkClick r:id="rId2"/>
              </a:rPr>
              <a:t>hthakur@uccs.edu</a:t>
            </a:r>
            <a:r>
              <a:rPr lang="en-US" sz="1200" i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); </a:t>
            </a:r>
            <a:r>
              <a:rPr lang="en-US" sz="1200" b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CC BY-NC-SA 4.0;</a:t>
            </a:r>
            <a:endParaRPr lang="en-US" sz="1200">
              <a:solidFill>
                <a:srgbClr val="000000"/>
              </a:solidFill>
              <a:latin typeface="Aptos Display"/>
              <a:ea typeface="Calibri"/>
              <a:cs typeface="Calibri"/>
            </a:endParaRPr>
          </a:p>
          <a:p>
            <a:pPr algn="ctr"/>
            <a:r>
              <a:rPr lang="en-US" sz="1050" i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Special Thanks to Dr. Keith Paarpong and Dr. Xi Tan.</a:t>
            </a:r>
            <a:endParaRPr lang="en-US" sz="1050">
              <a:latin typeface="Aptos Display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786A-DB79-C2E9-C26B-F79D3B66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Today’s Agenda.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D16EA-AC3F-5FE5-C0A6-85FAB868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2DD545-B3A4-BBE9-77EB-C7F4C36452AF}"/>
              </a:ext>
            </a:extLst>
          </p:cNvPr>
          <p:cNvSpPr txBox="1"/>
          <p:nvPr/>
        </p:nvSpPr>
        <p:spPr>
          <a:xfrm>
            <a:off x="836385" y="1303383"/>
            <a:ext cx="10514874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/>
              <a:t>Introduction</a:t>
            </a:r>
          </a:p>
          <a:p>
            <a:pPr marL="285750" indent="-285750">
              <a:buFont typeface="Arial"/>
              <a:buChar char="•"/>
            </a:pPr>
            <a:r>
              <a:rPr lang="en-US" sz="3200"/>
              <a:t>Syllabus</a:t>
            </a:r>
          </a:p>
          <a:p>
            <a:pPr marL="285750" indent="-285750">
              <a:buFont typeface="Arial"/>
              <a:buChar char="•"/>
            </a:pPr>
            <a:r>
              <a:rPr lang="en-US" sz="3200"/>
              <a:t>Course Overview</a:t>
            </a:r>
          </a:p>
          <a:p>
            <a:pPr marL="285750" indent="-285750">
              <a:buFont typeface="Arial"/>
              <a:buChar char="•"/>
            </a:pPr>
            <a:r>
              <a:rPr lang="en-US" sz="3200"/>
              <a:t>Class logistics</a:t>
            </a:r>
          </a:p>
          <a:p>
            <a:endParaRPr lang="en-US" sz="3200"/>
          </a:p>
          <a:p>
            <a:pPr marL="285750" indent="-285750">
              <a:buFont typeface="Arial"/>
              <a:buChar char="•"/>
            </a:pPr>
            <a:endParaRPr lang="en-US" sz="3200"/>
          </a:p>
          <a:p>
            <a:pPr marL="285750" indent="-285750">
              <a:buFont typeface="Arial"/>
              <a:buChar char="•"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09613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FB455-4E39-E437-9889-0B69D1A1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6B987-1F80-1C52-5249-A5CC9ABD6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Instructor &amp; Teaching Assistant</a:t>
            </a:r>
            <a:r>
              <a:rPr lang="en-US">
                <a:ea typeface="Calibri"/>
                <a:cs typeface="Calibri"/>
              </a:rPr>
              <a:t>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07994-BADE-F1BC-695E-71EF5DF5F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98841E-1FD7-E009-DB1D-0608B2ECC37D}"/>
              </a:ext>
            </a:extLst>
          </p:cNvPr>
          <p:cNvSpPr txBox="1"/>
          <p:nvPr/>
        </p:nvSpPr>
        <p:spPr>
          <a:xfrm>
            <a:off x="836385" y="1294091"/>
            <a:ext cx="10514874" cy="50605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b="1"/>
          </a:p>
          <a:p>
            <a:pPr algn="ctr"/>
            <a:r>
              <a:rPr lang="en-US" sz="2000" b="1"/>
              <a:t>Instructor: </a:t>
            </a:r>
            <a:r>
              <a:rPr lang="en-US" sz="2000"/>
              <a:t>Himon Thakur</a:t>
            </a:r>
            <a:endParaRPr lang="en-US"/>
          </a:p>
          <a:p>
            <a:pPr algn="ctr"/>
            <a:endParaRPr lang="en-US">
              <a:ea typeface="Roboto"/>
              <a:cs typeface="Roboto"/>
            </a:endParaRPr>
          </a:p>
          <a:p>
            <a:pPr algn="ctr"/>
            <a:r>
              <a:rPr lang="en-US" sz="1400" b="1">
                <a:ea typeface="Roboto"/>
                <a:cs typeface="Roboto"/>
              </a:rPr>
              <a:t>Email</a:t>
            </a:r>
            <a:r>
              <a:rPr lang="en-US" sz="1400">
                <a:ea typeface="Roboto"/>
                <a:cs typeface="Roboto"/>
              </a:rPr>
              <a:t>: </a:t>
            </a:r>
            <a:r>
              <a:rPr lang="en-US" sz="1400">
                <a:ea typeface="Roboto"/>
                <a:cs typeface="Roboto"/>
                <a:hlinkClick r:id="rId2"/>
              </a:rPr>
              <a:t>hthakur@uccs.edu</a:t>
            </a:r>
            <a:endParaRPr lang="en-US" sz="1400">
              <a:ea typeface="Roboto"/>
              <a:cs typeface="Roboto"/>
            </a:endParaRPr>
          </a:p>
          <a:p>
            <a:pPr algn="ctr"/>
            <a:r>
              <a:rPr lang="en-US" sz="1400" b="1">
                <a:ea typeface="Roboto"/>
                <a:cs typeface="Roboto"/>
              </a:rPr>
              <a:t>Website</a:t>
            </a:r>
            <a:r>
              <a:rPr lang="en-US" sz="1400">
                <a:ea typeface="Roboto"/>
                <a:cs typeface="Roboto"/>
              </a:rPr>
              <a:t>: </a:t>
            </a:r>
            <a:r>
              <a:rPr lang="en-US" sz="1400">
                <a:ea typeface="+mn-lt"/>
                <a:cs typeface="+mn-lt"/>
              </a:rPr>
              <a:t>himonthakur.github.io/</a:t>
            </a:r>
            <a:endParaRPr lang="en-US" sz="1400">
              <a:ea typeface="Roboto"/>
              <a:cs typeface="Roboto"/>
            </a:endParaRPr>
          </a:p>
          <a:p>
            <a:pPr algn="ctr"/>
            <a:endParaRPr lang="en-US"/>
          </a:p>
          <a:p>
            <a:pPr algn="ctr"/>
            <a:r>
              <a:rPr lang="en-US" sz="1400" b="1"/>
              <a:t>Hours</a:t>
            </a:r>
            <a:r>
              <a:rPr lang="en-US" sz="1400"/>
              <a:t>: </a:t>
            </a:r>
            <a:r>
              <a:rPr lang="en-US" sz="1400" err="1"/>
              <a:t>MoTuWeTh</a:t>
            </a:r>
            <a:r>
              <a:rPr lang="en-US" sz="1400"/>
              <a:t> 3:00 PM – 4:30 PM (in-person)</a:t>
            </a:r>
          </a:p>
          <a:p>
            <a:pPr algn="ctr"/>
            <a:r>
              <a:rPr lang="en-US" sz="1400" b="1"/>
              <a:t>Office</a:t>
            </a:r>
            <a:r>
              <a:rPr lang="en-US" sz="1400"/>
              <a:t>: </a:t>
            </a:r>
            <a:r>
              <a:rPr lang="en-US" sz="1400">
                <a:ea typeface="+mn-lt"/>
                <a:cs typeface="+mn-lt"/>
              </a:rPr>
              <a:t>Osborne Center for Science &amp; Engineering </a:t>
            </a:r>
            <a:r>
              <a:rPr lang="en-US" sz="1400"/>
              <a:t>(</a:t>
            </a:r>
            <a:r>
              <a:rPr lang="en-US" sz="1400" b="1"/>
              <a:t>OCSE A-340</a:t>
            </a:r>
            <a:r>
              <a:rPr lang="en-US" sz="1400"/>
              <a:t>)</a:t>
            </a:r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r>
              <a:rPr lang="en-US" sz="2000" b="1"/>
              <a:t>Teaching Assistant: </a:t>
            </a:r>
            <a:r>
              <a:rPr lang="en-US"/>
              <a:t>Hassan Shakil</a:t>
            </a:r>
          </a:p>
          <a:p>
            <a:pPr algn="ctr"/>
            <a:endParaRPr lang="en-US"/>
          </a:p>
          <a:p>
            <a:pPr algn="ctr"/>
            <a:r>
              <a:rPr lang="en-US" b="1"/>
              <a:t>Email</a:t>
            </a:r>
            <a:r>
              <a:rPr lang="en-US"/>
              <a:t>: hshakil@uccs.edu</a:t>
            </a:r>
          </a:p>
          <a:p>
            <a:pPr algn="ctr"/>
            <a:r>
              <a:rPr lang="en-US" b="1"/>
              <a:t>TA Office Hour</a:t>
            </a:r>
            <a:r>
              <a:rPr lang="en-US"/>
              <a:t>: Remote, by appointment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89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8AF90-FCF2-06B1-9B0A-9C53231C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0F326-9B8E-15A3-28D1-F90D923C1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About me.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AB535-13F7-2096-3270-9EC07789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1CDF8D-37CE-435B-B07B-089B2A027CBF}"/>
              </a:ext>
            </a:extLst>
          </p:cNvPr>
          <p:cNvSpPr txBox="1"/>
          <p:nvPr/>
        </p:nvSpPr>
        <p:spPr>
          <a:xfrm>
            <a:off x="836385" y="1294091"/>
            <a:ext cx="10514874" cy="5066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/>
              <a:t>Himon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1400"/>
              <a:t>(</a:t>
            </a:r>
            <a:r>
              <a:rPr lang="en-US" sz="1400" i="1" err="1"/>
              <a:t>hee-mon</a:t>
            </a:r>
            <a:r>
              <a:rPr lang="en-US" sz="1400"/>
              <a:t>)</a:t>
            </a:r>
            <a:r>
              <a:rPr lang="en-US" sz="2000"/>
              <a:t> </a:t>
            </a:r>
            <a:r>
              <a:rPr lang="en-US" sz="2000" b="1"/>
              <a:t>Thakur </a:t>
            </a:r>
            <a:r>
              <a:rPr lang="en-US" sz="1200"/>
              <a:t>(</a:t>
            </a:r>
            <a:r>
              <a:rPr lang="en-US" sz="1200" i="1" err="1"/>
              <a:t>tha-koor</a:t>
            </a:r>
            <a:r>
              <a:rPr lang="en-US" sz="1200"/>
              <a:t>)</a:t>
            </a:r>
          </a:p>
          <a:p>
            <a:pPr algn="ctr"/>
            <a:endParaRPr lang="en-US" sz="1200"/>
          </a:p>
          <a:p>
            <a:pPr algn="ctr"/>
            <a:endParaRPr lang="en-US" sz="1200"/>
          </a:p>
          <a:p>
            <a:pPr algn="ctr"/>
            <a:r>
              <a:rPr lang="en-US" sz="1600"/>
              <a:t>Master of Science in Computer Science, UCCS</a:t>
            </a:r>
          </a:p>
          <a:p>
            <a:pPr algn="ctr"/>
            <a:r>
              <a:rPr lang="en-US" sz="1600" b="1"/>
              <a:t>L</a:t>
            </a:r>
            <a:r>
              <a:rPr lang="en-US" sz="1600"/>
              <a:t>anguage and </a:t>
            </a:r>
            <a:r>
              <a:rPr lang="en-US" sz="1600" b="1"/>
              <a:t>In</a:t>
            </a:r>
            <a:r>
              <a:rPr lang="en-US" sz="1600"/>
              <a:t>formation and </a:t>
            </a:r>
            <a:r>
              <a:rPr lang="en-US" sz="1600" b="1"/>
              <a:t>C</a:t>
            </a:r>
            <a:r>
              <a:rPr lang="en-US" sz="1600"/>
              <a:t>omputation (</a:t>
            </a:r>
            <a:r>
              <a:rPr lang="en-US" sz="1600" b="1"/>
              <a:t>LINC</a:t>
            </a:r>
            <a:r>
              <a:rPr lang="en-US" sz="1600"/>
              <a:t>) Lab</a:t>
            </a:r>
          </a:p>
          <a:p>
            <a:pPr algn="ctr"/>
            <a:endParaRPr lang="en-US" sz="1600"/>
          </a:p>
          <a:p>
            <a:pPr algn="ctr"/>
            <a:endParaRPr lang="en-US" sz="1600"/>
          </a:p>
          <a:p>
            <a:pPr algn="ctr"/>
            <a:endParaRPr lang="en-US" sz="1600"/>
          </a:p>
          <a:p>
            <a:pPr algn="ctr"/>
            <a:r>
              <a:rPr lang="en-US" sz="2000" b="1"/>
              <a:t>Research</a:t>
            </a:r>
            <a:r>
              <a:rPr lang="en-US" sz="2000"/>
              <a:t>:</a:t>
            </a:r>
          </a:p>
          <a:p>
            <a:pPr algn="ctr"/>
            <a:r>
              <a:rPr lang="en-US" sz="1600"/>
              <a:t>Multi-Agent Systems, Reinforcement Learning, Metacognition</a:t>
            </a:r>
          </a:p>
          <a:p>
            <a:pPr algn="ctr"/>
            <a:endParaRPr lang="en-US" sz="1600" b="1"/>
          </a:p>
          <a:p>
            <a:pPr algn="ctr"/>
            <a:endParaRPr lang="en-US" sz="1600" b="1"/>
          </a:p>
          <a:p>
            <a:pPr algn="ctr"/>
            <a:endParaRPr lang="en-US" sz="1600" b="1"/>
          </a:p>
          <a:p>
            <a:pPr algn="ctr"/>
            <a:r>
              <a:rPr lang="en-US" b="1"/>
              <a:t>Thesis</a:t>
            </a:r>
            <a:r>
              <a:rPr lang="en-US"/>
              <a:t>:</a:t>
            </a:r>
          </a:p>
          <a:p>
            <a:pPr algn="ctr"/>
            <a:r>
              <a:rPr lang="en-US" sz="1600">
                <a:ea typeface="+mn-lt"/>
                <a:cs typeface="+mn-lt"/>
              </a:rPr>
              <a:t>Metacognitive Multi-Agent Reinforcement Learning:</a:t>
            </a:r>
            <a:endParaRPr lang="en-US" sz="1600"/>
          </a:p>
          <a:p>
            <a:pPr algn="ctr"/>
            <a:r>
              <a:rPr lang="en-US" sz="1600">
                <a:ea typeface="+mn-lt"/>
                <a:cs typeface="+mn-lt"/>
              </a:rPr>
              <a:t>Latent Neuromodulation for Interpretable Agentic Coordination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293667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29147-B47E-CCFF-71E0-69BAB6220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748E-101E-FD7B-191E-930FBC070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About you, the students.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864E7-A09C-1358-70CC-E01E01B8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76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1082B-2597-D9CC-674D-AE5CB8E4D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41D42-A3C0-1A35-7252-90A03D3A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Goal of CS 2160</a:t>
            </a:r>
            <a:r>
              <a:rPr lang="en-US">
                <a:ea typeface="Calibri"/>
                <a:cs typeface="Calibri"/>
              </a:rPr>
              <a:t>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61326-AEBE-467E-868D-3DD0690F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38D88E-6322-B181-C715-273B763DFBA9}"/>
              </a:ext>
            </a:extLst>
          </p:cNvPr>
          <p:cNvSpPr txBox="1"/>
          <p:nvPr/>
        </p:nvSpPr>
        <p:spPr>
          <a:xfrm>
            <a:off x="836385" y="1293738"/>
            <a:ext cx="10514874" cy="50667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Bridge the gap between computers and high-level languages</a:t>
            </a:r>
          </a:p>
          <a:p>
            <a:endParaRPr lang="en-US" sz="28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Introduction to </a:t>
            </a:r>
            <a:r>
              <a:rPr lang="en-US" sz="2800" b="1" i="1">
                <a:solidFill>
                  <a:srgbClr val="000000"/>
                </a:solidFill>
                <a:ea typeface="+mn-lt"/>
                <a:cs typeface="+mn-lt"/>
              </a:rPr>
              <a:t>computer architecture</a:t>
            </a:r>
          </a:p>
          <a:p>
            <a:pPr marL="285750" indent="-285750">
              <a:buFont typeface="Arial"/>
              <a:buChar char="•"/>
            </a:pPr>
            <a:r>
              <a:rPr lang="en-US" sz="2800"/>
              <a:t>Foundation of </a:t>
            </a:r>
            <a:r>
              <a:rPr lang="en-US" sz="2800" b="1" i="1"/>
              <a:t>digital logic</a:t>
            </a:r>
          </a:p>
          <a:p>
            <a:pPr marL="285750" indent="-285750">
              <a:buFont typeface="Arial"/>
              <a:buChar char="•"/>
            </a:pPr>
            <a:r>
              <a:rPr lang="en-US" sz="2800"/>
              <a:t>Implementation of </a:t>
            </a:r>
            <a:r>
              <a:rPr lang="en-US" sz="2800" b="1" i="1"/>
              <a:t>arithmetic</a:t>
            </a:r>
            <a:r>
              <a:rPr lang="en-US" sz="2800"/>
              <a:t> in computers</a:t>
            </a:r>
          </a:p>
          <a:p>
            <a:pPr marL="285750" indent="-285750">
              <a:buFont typeface="Arial"/>
              <a:buChar char="•"/>
            </a:pPr>
            <a:r>
              <a:rPr lang="en-US" sz="2800" b="1" i="1"/>
              <a:t>Code and data representation</a:t>
            </a:r>
            <a:r>
              <a:rPr lang="en-US" sz="2800"/>
              <a:t> in computer</a:t>
            </a:r>
          </a:p>
          <a:p>
            <a:pPr marL="285750" indent="-285750">
              <a:buFont typeface="Arial"/>
              <a:buChar char="•"/>
            </a:pPr>
            <a:r>
              <a:rPr lang="en-US" sz="2800" b="1"/>
              <a:t>Assembly language</a:t>
            </a:r>
            <a:r>
              <a:rPr lang="en-US" sz="2800"/>
              <a:t> programming techniques</a:t>
            </a:r>
          </a:p>
          <a:p>
            <a:pPr marL="285750" indent="-285750">
              <a:buFont typeface="Arial"/>
              <a:buChar char="•"/>
            </a:pPr>
            <a:endParaRPr lang="en-US" sz="2800"/>
          </a:p>
          <a:p>
            <a:pPr marL="285750" indent="-285750">
              <a:buFont typeface="Arial"/>
              <a:buChar char="•"/>
            </a:pPr>
            <a:endParaRPr lang="en-US" sz="2800"/>
          </a:p>
          <a:p>
            <a:r>
              <a:rPr lang="en-US" sz="2800"/>
              <a:t>Develop an intuition and appreciation of computer design principle.</a:t>
            </a:r>
          </a:p>
        </p:txBody>
      </p:sp>
    </p:spTree>
    <p:extLst>
      <p:ext uri="{BB962C8B-B14F-4D97-AF65-F5344CB8AC3E}">
        <p14:creationId xmlns:p14="http://schemas.microsoft.com/office/powerpoint/2010/main" val="2721805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D733C-73E3-7744-FAFB-AB03EDD0A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F03F2-2325-4651-061A-EC52A882A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Textbook.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BB781-2AFA-F023-F4DA-91400ECD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DF719A-904D-4801-87C2-8B641CFFC0C1}"/>
              </a:ext>
            </a:extLst>
          </p:cNvPr>
          <p:cNvSpPr txBox="1"/>
          <p:nvPr/>
        </p:nvSpPr>
        <p:spPr>
          <a:xfrm>
            <a:off x="836385" y="1293738"/>
            <a:ext cx="10514874" cy="50667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ea typeface="+mn-lt"/>
              <a:cs typeface="+mn-lt"/>
            </a:endParaRPr>
          </a:p>
          <a:p>
            <a:pPr algn="ctr"/>
            <a:endParaRPr lang="en-US" b="1">
              <a:ea typeface="+mn-lt"/>
              <a:cs typeface="+mn-lt"/>
            </a:endParaRPr>
          </a:p>
          <a:p>
            <a:pPr algn="ctr"/>
            <a:endParaRPr lang="en-US" b="1">
              <a:ea typeface="+mn-lt"/>
              <a:cs typeface="+mn-lt"/>
            </a:endParaRPr>
          </a:p>
          <a:p>
            <a:pPr algn="ctr"/>
            <a:endParaRPr lang="en-US" b="1">
              <a:ea typeface="+mn-lt"/>
              <a:cs typeface="+mn-lt"/>
            </a:endParaRPr>
          </a:p>
          <a:p>
            <a:pPr algn="ctr"/>
            <a:endParaRPr lang="en-US" b="1">
              <a:ea typeface="+mn-lt"/>
              <a:cs typeface="+mn-lt"/>
            </a:endParaRPr>
          </a:p>
          <a:p>
            <a:pPr algn="ctr"/>
            <a:endParaRPr lang="en-US" b="1">
              <a:ea typeface="+mn-lt"/>
              <a:cs typeface="+mn-lt"/>
            </a:endParaRPr>
          </a:p>
          <a:p>
            <a:pPr algn="ctr"/>
            <a:endParaRPr lang="en-US" b="1">
              <a:ea typeface="+mn-lt"/>
              <a:cs typeface="+mn-lt"/>
            </a:endParaRPr>
          </a:p>
          <a:p>
            <a:pPr algn="ctr"/>
            <a:endParaRPr lang="en-US" b="1">
              <a:ea typeface="+mn-lt"/>
              <a:cs typeface="+mn-lt"/>
            </a:endParaRPr>
          </a:p>
          <a:p>
            <a:pPr algn="ctr"/>
            <a:endParaRPr lang="en-US" b="1">
              <a:ea typeface="+mn-lt"/>
              <a:cs typeface="+mn-lt"/>
            </a:endParaRPr>
          </a:p>
          <a:p>
            <a:pPr algn="ctr"/>
            <a:endParaRPr lang="en-US" b="1">
              <a:ea typeface="+mn-lt"/>
              <a:cs typeface="+mn-lt"/>
            </a:endParaRPr>
          </a:p>
          <a:p>
            <a:pPr algn="ctr"/>
            <a:endParaRPr lang="en-US" b="1">
              <a:ea typeface="+mn-lt"/>
              <a:cs typeface="+mn-lt"/>
            </a:endParaRPr>
          </a:p>
          <a:p>
            <a:pPr algn="ctr"/>
            <a:endParaRPr lang="en-US" b="1">
              <a:ea typeface="+mn-lt"/>
              <a:cs typeface="+mn-lt"/>
            </a:endParaRPr>
          </a:p>
          <a:p>
            <a:pPr algn="ctr"/>
            <a:endParaRPr lang="en-US" b="1">
              <a:ea typeface="+mn-lt"/>
              <a:cs typeface="+mn-lt"/>
            </a:endParaRPr>
          </a:p>
          <a:p>
            <a:pPr algn="ctr"/>
            <a:r>
              <a:rPr lang="en-US" b="1">
                <a:ea typeface="+mn-lt"/>
                <a:cs typeface="+mn-lt"/>
              </a:rPr>
              <a:t>Computer Organization and Design RISC-V Edition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i="1">
                <a:ea typeface="+mn-lt"/>
                <a:cs typeface="+mn-lt"/>
              </a:rPr>
              <a:t>2nd Edition</a:t>
            </a:r>
            <a:r>
              <a:rPr lang="en-US">
                <a:ea typeface="+mn-lt"/>
                <a:cs typeface="+mn-lt"/>
              </a:rPr>
              <a:t>; David Patterson &amp; John Hennessy;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Elsevier. 2021; ISBN 9780128203316; E-book ISBN: 9780128245583;</a:t>
            </a:r>
          </a:p>
          <a:p>
            <a:pPr algn="ctr"/>
            <a:endParaRPr lang="en-US">
              <a:ea typeface="+mn-lt"/>
              <a:cs typeface="+mn-lt"/>
            </a:endParaRPr>
          </a:p>
          <a:p>
            <a:pPr algn="ctr"/>
            <a:r>
              <a:rPr lang="en-US">
                <a:ea typeface="+mn-lt"/>
                <a:cs typeface="+mn-lt"/>
                <a:hlinkClick r:id="rId2"/>
              </a:rPr>
              <a:t>https://github.com/vanisitor/Computer-Science-Textbooks/blob/master/Computer-Organization-and-Design-The-Hardware-Software-Interface-RISC-V-Edition.pdf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algn="ctr"/>
            <a:endParaRPr lang="en-US"/>
          </a:p>
        </p:txBody>
      </p:sp>
      <p:pic>
        <p:nvPicPr>
          <p:cNvPr id="3" name="Picture 2" descr="Computer Organization and Design RISC-V Edition - Edition 2 - By David A.  Patterson and John L. Hennessy Elsevier Educate">
            <a:extLst>
              <a:ext uri="{FF2B5EF4-FFF2-40B4-BE49-F238E27FC236}">
                <a16:creationId xmlns:a16="http://schemas.microsoft.com/office/drawing/2014/main" id="{4F046F22-7518-565F-4D0D-60B898E5E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634" y="1296909"/>
            <a:ext cx="2743199" cy="337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990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7E6F9-9B27-5BB7-DDD7-4897A2F0E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F9655-CD6F-27D4-9282-125E5926C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Prerequires and Why.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EA424-B5D2-91BA-EE30-1463ACDF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941F9A-D1B0-AF38-9D47-777ACA7D83FC}"/>
              </a:ext>
            </a:extLst>
          </p:cNvPr>
          <p:cNvSpPr txBox="1"/>
          <p:nvPr/>
        </p:nvSpPr>
        <p:spPr>
          <a:xfrm>
            <a:off x="836385" y="1293738"/>
            <a:ext cx="10514874" cy="50667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800" b="1"/>
              <a:t>CS 1450</a:t>
            </a:r>
            <a:r>
              <a:rPr lang="en-US" sz="2800"/>
              <a:t> or </a:t>
            </a:r>
            <a:r>
              <a:rPr lang="en-US" sz="2800" b="1"/>
              <a:t>GDD 2200</a:t>
            </a:r>
            <a:r>
              <a:rPr lang="en-US" sz="2800"/>
              <a:t>: </a:t>
            </a:r>
            <a:r>
              <a:rPr lang="en-US" sz="2800" b="1"/>
              <a:t>Data Structures and Algorithms</a:t>
            </a:r>
          </a:p>
          <a:p>
            <a:endParaRPr lang="en-US" sz="2800"/>
          </a:p>
          <a:p>
            <a:pPr marL="457200" indent="-457200">
              <a:buFont typeface="Arial"/>
              <a:buChar char="•"/>
            </a:pPr>
            <a:r>
              <a:rPr lang="en-US" sz="2800"/>
              <a:t>Basic data structures (e.g., </a:t>
            </a:r>
            <a:r>
              <a:rPr lang="en-US" sz="2800" b="1"/>
              <a:t>arrays</a:t>
            </a:r>
            <a:r>
              <a:rPr lang="en-US" sz="2800"/>
              <a:t>, </a:t>
            </a:r>
            <a:r>
              <a:rPr lang="en-US" sz="2800" b="1"/>
              <a:t>linked list</a:t>
            </a:r>
            <a:r>
              <a:rPr lang="en-US" sz="2800"/>
              <a:t>)</a:t>
            </a:r>
          </a:p>
          <a:p>
            <a:pPr marL="457200" indent="-457200">
              <a:buFont typeface="Arial"/>
              <a:buChar char="•"/>
            </a:pPr>
            <a:r>
              <a:rPr lang="en-US" sz="2800"/>
              <a:t>Design and implement </a:t>
            </a:r>
            <a:r>
              <a:rPr lang="en-US" sz="2800" b="1" i="1"/>
              <a:t>modular</a:t>
            </a:r>
            <a:r>
              <a:rPr lang="en-US" sz="2800"/>
              <a:t> programs in high-level language (e.g., </a:t>
            </a:r>
            <a:r>
              <a:rPr lang="en-US" sz="2800" b="1"/>
              <a:t>C, C++, Java, Python</a:t>
            </a:r>
            <a:r>
              <a:rPr lang="en-US" sz="2800"/>
              <a:t>)</a:t>
            </a:r>
          </a:p>
          <a:p>
            <a:endParaRPr lang="en-US" sz="2800"/>
          </a:p>
          <a:p>
            <a:endParaRPr lang="en-US" sz="2800"/>
          </a:p>
          <a:p>
            <a:r>
              <a:rPr lang="en-US" sz="2800" b="1"/>
              <a:t>CS 2060: Programming with C</a:t>
            </a:r>
            <a:endParaRPr lang="en-US" b="1"/>
          </a:p>
          <a:p>
            <a:r>
              <a:rPr lang="en-US" sz="2800"/>
              <a:t>Using </a:t>
            </a:r>
            <a:r>
              <a:rPr lang="en-US" sz="2800" b="1" i="1"/>
              <a:t>functions</a:t>
            </a:r>
            <a:r>
              <a:rPr lang="en-US" sz="2800"/>
              <a:t>, </a:t>
            </a:r>
            <a:r>
              <a:rPr lang="en-US" sz="2800" b="1" i="1"/>
              <a:t>arrays</a:t>
            </a:r>
            <a:r>
              <a:rPr lang="en-US" sz="2800"/>
              <a:t>, </a:t>
            </a:r>
            <a:r>
              <a:rPr lang="en-US" sz="2800" b="1" i="1"/>
              <a:t>string</a:t>
            </a:r>
            <a:r>
              <a:rPr lang="en-US" sz="2800"/>
              <a:t>, </a:t>
            </a:r>
            <a:r>
              <a:rPr lang="en-US" sz="2800" b="1" i="1"/>
              <a:t>pointers</a:t>
            </a:r>
            <a:r>
              <a:rPr lang="en-US" sz="2800"/>
              <a:t>, etc. in C language.</a:t>
            </a:r>
          </a:p>
        </p:txBody>
      </p:sp>
    </p:spTree>
    <p:extLst>
      <p:ext uri="{BB962C8B-B14F-4D97-AF65-F5344CB8AC3E}">
        <p14:creationId xmlns:p14="http://schemas.microsoft.com/office/powerpoint/2010/main" val="2028194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99214-F27C-0C43-2384-E37004A65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3713-936B-7D1E-224D-228F6B233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Learning Objectives.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7866C-02C8-0D18-4C96-D185E2E3D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4B152D-FAE1-76D9-AB45-1DD89957514B}"/>
              </a:ext>
            </a:extLst>
          </p:cNvPr>
          <p:cNvSpPr txBox="1"/>
          <p:nvPr/>
        </p:nvSpPr>
        <p:spPr>
          <a:xfrm>
            <a:off x="836385" y="1293738"/>
            <a:ext cx="10514874" cy="50667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/>
              <a:t>Learn basic composition of </a:t>
            </a:r>
            <a:r>
              <a:rPr lang="en-US" sz="2400" b="1"/>
              <a:t>computer systems</a:t>
            </a:r>
          </a:p>
          <a:p>
            <a:pPr marL="342900" indent="-342900">
              <a:buFont typeface="Arial"/>
              <a:buChar char="•"/>
            </a:pPr>
            <a:r>
              <a:rPr lang="en-US" sz="2400"/>
              <a:t>Use</a:t>
            </a:r>
            <a:r>
              <a:rPr lang="en-US" sz="2400" b="1" i="1"/>
              <a:t> </a:t>
            </a:r>
            <a:r>
              <a:rPr lang="en-US" sz="2400" b="1"/>
              <a:t>Boolean algebra</a:t>
            </a:r>
          </a:p>
          <a:p>
            <a:pPr marL="342900" indent="-342900">
              <a:buFont typeface="Arial"/>
              <a:buChar char="•"/>
            </a:pPr>
            <a:r>
              <a:rPr lang="en-US" sz="2400"/>
              <a:t>Understand</a:t>
            </a:r>
            <a:r>
              <a:rPr lang="en-US" sz="2400" i="1"/>
              <a:t> </a:t>
            </a:r>
            <a:r>
              <a:rPr lang="en-US" sz="2400" b="1" i="1"/>
              <a:t>digital logic</a:t>
            </a:r>
            <a:endParaRPr lang="en-US" sz="2400"/>
          </a:p>
          <a:p>
            <a:pPr marL="342900" indent="-342900">
              <a:buFont typeface="Arial"/>
              <a:buChar char="•"/>
            </a:pPr>
            <a:r>
              <a:rPr lang="en-US" sz="2400"/>
              <a:t>Appreciate</a:t>
            </a:r>
            <a:r>
              <a:rPr lang="en-US" sz="2400" b="1" i="1"/>
              <a:t> </a:t>
            </a:r>
            <a:r>
              <a:rPr lang="en-US" sz="2400" b="1"/>
              <a:t>relationship</a:t>
            </a:r>
            <a:r>
              <a:rPr lang="en-US" sz="2400"/>
              <a:t> between mathematics and computer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400" i="1"/>
              <a:t>data representation</a:t>
            </a:r>
            <a:r>
              <a:rPr lang="en-US" sz="2400"/>
              <a:t> in computer systems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400" i="1"/>
              <a:t>implementation</a:t>
            </a:r>
            <a:r>
              <a:rPr lang="en-US" sz="2400"/>
              <a:t> of arithmetic and logic operations</a:t>
            </a:r>
          </a:p>
          <a:p>
            <a:pPr marL="342900" indent="-342900">
              <a:buFont typeface="Arial"/>
              <a:buChar char="•"/>
            </a:pPr>
            <a:r>
              <a:rPr lang="en-US" sz="2400"/>
              <a:t>Understand and interact with computer at the </a:t>
            </a:r>
            <a:r>
              <a:rPr lang="en-US" sz="2400" b="1" i="1"/>
              <a:t>machine level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400"/>
              <a:t>Assembly </a:t>
            </a:r>
            <a:r>
              <a:rPr lang="en-US" sz="2400" i="1"/>
              <a:t>instruction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400" i="1"/>
              <a:t>Execution</a:t>
            </a:r>
            <a:r>
              <a:rPr lang="en-US" sz="2400"/>
              <a:t> of instructions by processor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400"/>
              <a:t>Basic </a:t>
            </a:r>
            <a:r>
              <a:rPr lang="en-US" sz="2400" i="1"/>
              <a:t>structure</a:t>
            </a:r>
            <a:r>
              <a:rPr lang="en-US" sz="2400"/>
              <a:t> of assembly programs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400" i="1"/>
              <a:t>Construct</a:t>
            </a:r>
            <a:r>
              <a:rPr lang="en-US" sz="2400"/>
              <a:t> programs using assembly</a:t>
            </a:r>
          </a:p>
          <a:p>
            <a:pPr marL="342900" indent="-342900">
              <a:buFont typeface="Arial"/>
              <a:buChar char="•"/>
            </a:pPr>
            <a:endParaRPr lang="en-US" sz="2400"/>
          </a:p>
          <a:p>
            <a:pPr marL="342900" indent="-342900">
              <a:buFont typeface="Arial"/>
              <a:buChar char="•"/>
            </a:pP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/>
              <a:t> 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623373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B0923-0B92-8FD0-E8CE-79CFB03EF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29F75-D749-8573-835F-F402F3B61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Grading.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529F9-3B6C-1C30-83E6-C90BB9308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74F4BB-1248-F35F-C154-0F5D2D3491AC}"/>
              </a:ext>
            </a:extLst>
          </p:cNvPr>
          <p:cNvSpPr txBox="1"/>
          <p:nvPr/>
        </p:nvSpPr>
        <p:spPr>
          <a:xfrm>
            <a:off x="836385" y="1293738"/>
            <a:ext cx="10514874" cy="50667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~8 Homework assignments = </a:t>
            </a:r>
            <a:r>
              <a:rPr lang="en-US" b="1">
                <a:ea typeface="+mn-lt"/>
                <a:cs typeface="+mn-lt"/>
              </a:rPr>
              <a:t>25%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Midterm Exam = </a:t>
            </a:r>
            <a:r>
              <a:rPr lang="en-US" b="1">
                <a:ea typeface="+mn-lt"/>
                <a:cs typeface="+mn-lt"/>
              </a:rPr>
              <a:t>25%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4 Coding project assignments = </a:t>
            </a:r>
            <a:r>
              <a:rPr lang="en-US" b="1">
                <a:ea typeface="+mn-lt"/>
                <a:cs typeface="+mn-lt"/>
              </a:rPr>
              <a:t>25%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Final Exam = </a:t>
            </a:r>
            <a:r>
              <a:rPr lang="en-US" b="1">
                <a:ea typeface="+mn-lt"/>
                <a:cs typeface="+mn-lt"/>
              </a:rPr>
              <a:t>25%</a:t>
            </a:r>
            <a:endParaRPr lang="en-US" b="1"/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Final curving will be applied to the final semester grade.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B70221-1778-16B7-652B-5C8752B06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181890"/>
              </p:ext>
            </p:extLst>
          </p:nvPr>
        </p:nvGraphicFramePr>
        <p:xfrm>
          <a:off x="3373120" y="1301496"/>
          <a:ext cx="5445760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3781406039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621083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532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&gt;= 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13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&gt;= 80% &lt; 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09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&gt;= 70% &lt; 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401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&gt;= 60% &lt; 70%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14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&lt; 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703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2422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28FC7-4C5F-D14B-9E6B-9DF63385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2472F-9000-3E07-8A3F-FDFBB2E9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Deliverables.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D543A-4E02-E1D6-1138-A8D59531A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E59F23-1EF8-E9F6-9054-4BC8F99F2E1D}"/>
              </a:ext>
            </a:extLst>
          </p:cNvPr>
          <p:cNvSpPr txBox="1"/>
          <p:nvPr/>
        </p:nvSpPr>
        <p:spPr>
          <a:xfrm>
            <a:off x="836385" y="1293738"/>
            <a:ext cx="10514874" cy="50667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/>
              <a:t>Homework assignments</a:t>
            </a:r>
          </a:p>
          <a:p>
            <a:pPr marL="457200" indent="-457200">
              <a:buFont typeface="Arial"/>
              <a:buChar char="•"/>
            </a:pPr>
            <a:r>
              <a:rPr lang="en-US" sz="2800"/>
              <a:t>Projects</a:t>
            </a:r>
          </a:p>
          <a:p>
            <a:pPr marL="457200" indent="-457200">
              <a:buFont typeface="Arial"/>
              <a:buChar char="•"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76314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0EB66-4CD1-4485-42B6-592BB5D7A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10D6F-4A3D-4730-7664-731D8B640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Exam.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7961A-BF18-B39D-A0DC-0F3567B0F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6ED8A2-4207-2EFC-AF4E-D0ADD5BB3688}"/>
              </a:ext>
            </a:extLst>
          </p:cNvPr>
          <p:cNvSpPr txBox="1"/>
          <p:nvPr/>
        </p:nvSpPr>
        <p:spPr>
          <a:xfrm>
            <a:off x="836385" y="1293738"/>
            <a:ext cx="10514874" cy="50667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/>
              <a:t>One midterm exam</a:t>
            </a:r>
          </a:p>
          <a:p>
            <a:pPr marL="457200" indent="-457200">
              <a:buFont typeface="Arial"/>
              <a:buChar char="•"/>
            </a:pPr>
            <a:r>
              <a:rPr lang="en-US" sz="2800"/>
              <a:t>One final exam</a:t>
            </a:r>
          </a:p>
          <a:p>
            <a:endParaRPr lang="en-US" sz="2800"/>
          </a:p>
          <a:p>
            <a:r>
              <a:rPr lang="en-US" sz="2800"/>
              <a:t>Closed book</a:t>
            </a:r>
          </a:p>
          <a:p>
            <a:r>
              <a:rPr lang="en-US" sz="2800"/>
              <a:t>One </a:t>
            </a:r>
            <a:r>
              <a:rPr lang="en-US" sz="2800" b="1"/>
              <a:t>Letter size</a:t>
            </a:r>
            <a:r>
              <a:rPr lang="en-US" sz="2800"/>
              <a:t> font-and-back handwritten or printed sheet</a:t>
            </a:r>
          </a:p>
          <a:p>
            <a:endParaRPr lang="en-US" sz="2800"/>
          </a:p>
          <a:p>
            <a:r>
              <a:rPr lang="en-US" sz="2800"/>
              <a:t>No retakes. Rescheduling by notice.</a:t>
            </a:r>
          </a:p>
        </p:txBody>
      </p:sp>
    </p:spTree>
    <p:extLst>
      <p:ext uri="{BB962C8B-B14F-4D97-AF65-F5344CB8AC3E}">
        <p14:creationId xmlns:p14="http://schemas.microsoft.com/office/powerpoint/2010/main" val="1048158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B8177-7580-71CF-7989-98C9F24B7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D181B-734C-ACAB-DF9E-AC2F2596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Accommodations.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7FBCD-7A02-20B4-D4C2-64301C261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1F022A-8F84-429A-B0AC-A918EE84C3A1}"/>
              </a:ext>
            </a:extLst>
          </p:cNvPr>
          <p:cNvSpPr txBox="1"/>
          <p:nvPr/>
        </p:nvSpPr>
        <p:spPr>
          <a:xfrm>
            <a:off x="836385" y="1293738"/>
            <a:ext cx="10514874" cy="50667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/>
              <a:t>Disabilities</a:t>
            </a:r>
          </a:p>
          <a:p>
            <a:pPr marL="285750" indent="-285750">
              <a:buFont typeface="Arial"/>
              <a:buChar char="•"/>
            </a:pPr>
            <a:r>
              <a:rPr lang="en-US" sz="2800"/>
              <a:t>Religious practice</a:t>
            </a:r>
          </a:p>
          <a:p>
            <a:pPr marL="285750" indent="-285750">
              <a:buFont typeface="Arial"/>
              <a:buChar char="•"/>
            </a:pPr>
            <a:r>
              <a:rPr lang="en-US" sz="2800"/>
              <a:t>Military </a:t>
            </a:r>
          </a:p>
        </p:txBody>
      </p:sp>
    </p:spTree>
    <p:extLst>
      <p:ext uri="{BB962C8B-B14F-4D97-AF65-F5344CB8AC3E}">
        <p14:creationId xmlns:p14="http://schemas.microsoft.com/office/powerpoint/2010/main" val="3314868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7AA84C-D62A-7F47-6323-EACCF860B3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245616" y="503808"/>
            <a:ext cx="5850384" cy="5850384"/>
          </a:xfrm>
          <a:custGeom>
            <a:avLst/>
            <a:gdLst/>
            <a:ahLst/>
            <a:cxnLst/>
            <a:rect l="l" t="t" r="r" b="b"/>
            <a:pathLst>
              <a:path w="6094252" h="6857998">
                <a:moveTo>
                  <a:pt x="0" y="0"/>
                </a:moveTo>
                <a:lnTo>
                  <a:pt x="5898122" y="0"/>
                </a:lnTo>
                <a:cubicBezTo>
                  <a:pt x="6006442" y="0"/>
                  <a:pt x="6094252" y="87810"/>
                  <a:pt x="6094252" y="196130"/>
                </a:cubicBezTo>
                <a:lnTo>
                  <a:pt x="6094252" y="6661869"/>
                </a:lnTo>
                <a:cubicBezTo>
                  <a:pt x="6094252" y="6756649"/>
                  <a:pt x="6027023" y="6835726"/>
                  <a:pt x="5937649" y="6854015"/>
                </a:cubicBezTo>
                <a:lnTo>
                  <a:pt x="5898132" y="6857998"/>
                </a:lnTo>
                <a:lnTo>
                  <a:pt x="0" y="6857998"/>
                </a:lnTo>
                <a:close/>
              </a:path>
            </a:pathLst>
          </a:custGeom>
        </p:spPr>
      </p:pic>
      <p:sp>
        <p:nvSpPr>
          <p:cNvPr id="63" name="Arc 62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880FB67-DB9B-DD6C-9706-0D8BE0102193}"/>
              </a:ext>
            </a:extLst>
          </p:cNvPr>
          <p:cNvSpPr txBox="1">
            <a:spLocks/>
          </p:cNvSpPr>
          <p:nvPr/>
        </p:nvSpPr>
        <p:spPr>
          <a:xfrm>
            <a:off x="6417732" y="957715"/>
            <a:ext cx="5130798" cy="27504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spcAft>
                <a:spcPts val="600"/>
              </a:spcAft>
            </a:pPr>
            <a:r>
              <a:rPr lang="en-US" sz="6000" b="1" kern="1200">
                <a:latin typeface="+mj-lt"/>
                <a:ea typeface="+mj-ea"/>
                <a:cs typeface="+mj-cs"/>
              </a:rPr>
              <a:t>Chapter </a:t>
            </a:r>
            <a:r>
              <a:rPr lang="en-US" sz="6000" b="1"/>
              <a:t>02</a:t>
            </a:r>
            <a:r>
              <a:rPr lang="en-US" sz="6000" b="1" kern="1200">
                <a:latin typeface="+mj-lt"/>
                <a:ea typeface="+mj-ea"/>
                <a:cs typeface="+mj-cs"/>
              </a:rPr>
              <a:t>:</a:t>
            </a:r>
            <a:br>
              <a:rPr lang="en-US" sz="6000" b="1" kern="1200"/>
            </a:br>
            <a:r>
              <a:rPr lang="en-US" sz="6000" kern="1200">
                <a:latin typeface="+mj-lt"/>
                <a:ea typeface="+mj-ea"/>
                <a:cs typeface="+mj-cs"/>
              </a:rPr>
              <a:t>Quiz Time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DA5BC-8897-8C7C-AA6B-A1137C3BB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722" y="6356350"/>
            <a:ext cx="9178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330EA680-D336-4FF7-8B7A-9848BB0A1C3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14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376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DDF5C-07D1-F5BC-6D66-D695A6F82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EC2CE-919D-9A85-6E72-370D2ECA3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BC874ED-CFB7-F112-4E93-D040ED99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/>
          <a:lstStyle/>
          <a:p>
            <a:r>
              <a:rPr lang="en-US" sz="4000">
                <a:ea typeface="Calibri"/>
                <a:cs typeface="Calibri"/>
              </a:rPr>
              <a:t>(Recap) </a:t>
            </a:r>
            <a:r>
              <a:rPr lang="en-US" sz="4000" b="1">
                <a:ea typeface="Calibri"/>
                <a:cs typeface="Calibri"/>
              </a:rPr>
              <a:t>Quiz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0F0A8C-E7BF-B5F1-C90C-8730F8D96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621310"/>
              </p:ext>
            </p:extLst>
          </p:nvPr>
        </p:nvGraphicFramePr>
        <p:xfrm>
          <a:off x="838199" y="1296773"/>
          <a:ext cx="10515600" cy="5059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6850965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1219617"/>
                    </a:ext>
                  </a:extLst>
                </a:gridCol>
              </a:tblGrid>
              <a:tr h="843263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b="1"/>
                        <a:t>Computer?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/>
                        <a:t>Computer </a:t>
                      </a:r>
                      <a:r>
                        <a:rPr lang="en-US" b="1"/>
                        <a:t>Components?</a:t>
                      </a:r>
                      <a:endParaRPr lang="en-US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422819"/>
                  </a:ext>
                </a:extLst>
              </a:tr>
              <a:tr h="84326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???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605186"/>
                  </a:ext>
                </a:extLst>
              </a:tr>
              <a:tr h="84326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/>
                        <a:t>Computer </a:t>
                      </a:r>
                      <a:r>
                        <a:rPr lang="en-US" b="1"/>
                        <a:t>Generations</a:t>
                      </a:r>
                      <a:endParaRPr lang="en-US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High-level </a:t>
                      </a:r>
                      <a:r>
                        <a:rPr lang="en-US" b="0"/>
                        <a:t>vs</a:t>
                      </a:r>
                      <a:r>
                        <a:rPr lang="en-US" b="1"/>
                        <a:t> low-level </a:t>
                      </a:r>
                      <a:r>
                        <a:rPr lang="en-US" b="0"/>
                        <a:t>programming language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003780"/>
                  </a:ext>
                </a:extLst>
              </a:tr>
              <a:tr h="843263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???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623708"/>
                  </a:ext>
                </a:extLst>
              </a:tr>
              <a:tr h="84326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Assembly programming language?</a:t>
                      </a:r>
                      <a:endParaRPr lang="en-US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1"/>
                        <a:t>Hardware-Software Interface?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310677"/>
                  </a:ext>
                </a:extLst>
              </a:tr>
              <a:tr h="843263">
                <a:tc>
                  <a:txBody>
                    <a:bodyPr/>
                    <a:lstStyle/>
                    <a:p>
                      <a:pPr algn="ctr"/>
                      <a:r>
                        <a:rPr lang="en-US" i="0"/>
                        <a:t>???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167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7658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9CF31-C84D-9A41-EE5C-B347B453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C54021-D6B4-FAB5-6087-00D546AB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82EA53E-426D-9F94-26F8-CE9AAD771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/>
          <a:lstStyle/>
          <a:p>
            <a:r>
              <a:rPr lang="en-US" sz="4000">
                <a:ea typeface="Calibri"/>
                <a:cs typeface="Calibri"/>
              </a:rPr>
              <a:t>(Recap) </a:t>
            </a:r>
            <a:r>
              <a:rPr lang="en-US" sz="4000" b="1">
                <a:ea typeface="Calibri"/>
                <a:cs typeface="Calibri"/>
              </a:rPr>
              <a:t>Quiz Answers</a:t>
            </a:r>
            <a:endParaRPr lang="en-US" sz="4000">
              <a:ea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58A20E-93C4-A39B-150E-875A7A8CB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373854"/>
              </p:ext>
            </p:extLst>
          </p:nvPr>
        </p:nvGraphicFramePr>
        <p:xfrm>
          <a:off x="838199" y="1296773"/>
          <a:ext cx="10515600" cy="5059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6850965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1219617"/>
                    </a:ext>
                  </a:extLst>
                </a:gridCol>
              </a:tblGrid>
              <a:tr h="843263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b="1"/>
                        <a:t>Computer?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/>
                        <a:t>Computer </a:t>
                      </a:r>
                      <a:r>
                        <a:rPr lang="en-US" b="1"/>
                        <a:t>Components?</a:t>
                      </a:r>
                      <a:endParaRPr lang="en-US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422819"/>
                  </a:ext>
                </a:extLst>
              </a:tr>
              <a:tr h="84326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Can compute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ALU, CPU, memory.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605186"/>
                  </a:ext>
                </a:extLst>
              </a:tr>
              <a:tr h="84326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/>
                        <a:t>Computer </a:t>
                      </a:r>
                      <a:r>
                        <a:rPr lang="en-US" b="1"/>
                        <a:t>Generations</a:t>
                      </a:r>
                      <a:endParaRPr lang="en-US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High-level </a:t>
                      </a:r>
                      <a:r>
                        <a:rPr lang="en-US" b="0"/>
                        <a:t>vs</a:t>
                      </a:r>
                      <a:r>
                        <a:rPr lang="en-US" b="1"/>
                        <a:t> low-level </a:t>
                      </a:r>
                      <a:r>
                        <a:rPr lang="en-US" b="0"/>
                        <a:t>programming language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003780"/>
                  </a:ext>
                </a:extLst>
              </a:tr>
              <a:tr h="84326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/>
                        <a:t>From </a:t>
                      </a:r>
                      <a:r>
                        <a:rPr lang="en-US" sz="1800" err="1"/>
                        <a:t>vacuume</a:t>
                      </a:r>
                      <a:r>
                        <a:rPr lang="en-US" sz="1800"/>
                        <a:t> tube to 0.7nm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Python vs Assembly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623708"/>
                  </a:ext>
                </a:extLst>
              </a:tr>
              <a:tr h="84326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Assembly programming language?</a:t>
                      </a:r>
                      <a:endParaRPr lang="en-US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1"/>
                        <a:t>Hardware-Software Interface?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310677"/>
                  </a:ext>
                </a:extLst>
              </a:tr>
              <a:tr h="843263">
                <a:tc>
                  <a:txBody>
                    <a:bodyPr/>
                    <a:lstStyle/>
                    <a:p>
                      <a:pPr algn="ctr"/>
                      <a:r>
                        <a:rPr lang="en-US" i="0"/>
                        <a:t>Machine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Kernel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167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21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12156-12F0-4BD2-D35D-EEEDF658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6D382-E63F-8072-3870-82AA42427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 b="1"/>
              <a:t>Thank you.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95CBB-F04F-4CC7-8926-3050DC67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19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F7041B20C9D84A837902E535A9C631" ma:contentTypeVersion="17" ma:contentTypeDescription="Create a new document." ma:contentTypeScope="" ma:versionID="bf947d493ea0e920a0a55c5a9bbc11a7">
  <xsd:schema xmlns:xsd="http://www.w3.org/2001/XMLSchema" xmlns:xs="http://www.w3.org/2001/XMLSchema" xmlns:p="http://schemas.microsoft.com/office/2006/metadata/properties" xmlns:ns2="4619ee15-d16e-4cab-835a-106b42f09be9" xmlns:ns3="9135097d-3c42-4841-8414-e54f32605794" targetNamespace="http://schemas.microsoft.com/office/2006/metadata/properties" ma:root="true" ma:fieldsID="626080d7c39690040fa29d374903722c" ns2:_="" ns3:_="">
    <xsd:import namespace="4619ee15-d16e-4cab-835a-106b42f09be9"/>
    <xsd:import namespace="9135097d-3c42-4841-8414-e54f326057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  <xsd:element ref="ns2:commen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ee15-d16e-4cab-835a-106b42f09b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87373dcc-d629-4f14-9a28-796bffe926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" ma:index="23" nillable="true" ma:displayName="comment" ma:format="Dropdown" ma:internalName="comment">
      <xsd:simpleType>
        <xsd:restriction base="dms:Text">
          <xsd:maxLength value="255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35097d-3c42-4841-8414-e54f3260579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19991c60-4f88-465e-b0d6-8ccc2d76eff8}" ma:internalName="TaxCatchAll" ma:showField="CatchAllData" ma:web="9135097d-3c42-4841-8414-e54f326057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35097d-3c42-4841-8414-e54f32605794" xsi:nil="true"/>
    <lcf76f155ced4ddcb4097134ff3c332f xmlns="4619ee15-d16e-4cab-835a-106b42f09be9">
      <Terms xmlns="http://schemas.microsoft.com/office/infopath/2007/PartnerControls"/>
    </lcf76f155ced4ddcb4097134ff3c332f>
    <comment xmlns="4619ee15-d16e-4cab-835a-106b42f09be9" xsi:nil="true"/>
  </documentManagement>
</p:properties>
</file>

<file path=customXml/itemProps1.xml><?xml version="1.0" encoding="utf-8"?>
<ds:datastoreItem xmlns:ds="http://schemas.openxmlformats.org/officeDocument/2006/customXml" ds:itemID="{9830B765-BC9D-41EA-B9D3-9E225854F8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EBC180-5FF9-4712-8D46-CF33F4FB5C84}">
  <ds:schemaRefs>
    <ds:schemaRef ds:uri="4619ee15-d16e-4cab-835a-106b42f09be9"/>
    <ds:schemaRef ds:uri="9135097d-3c42-4841-8414-e54f326057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F583296-0ED5-46EC-9454-454006AAD442}">
  <ds:schemaRefs>
    <ds:schemaRef ds:uri="4619ee15-d16e-4cab-835a-106b42f09be9"/>
    <ds:schemaRef ds:uri="785cff9e-9d88-40f4-96cb-1285df94b63b"/>
    <ds:schemaRef ds:uri="9135097d-3c42-4841-8414-e54f32605794"/>
    <ds:schemaRef ds:uri="9fdeb73d-c18a-448e-b2ff-a2496585359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17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CS 2160 Introduction to Assembly Programming and Computer Organization</vt:lpstr>
      <vt:lpstr>Today’s Agenda.</vt:lpstr>
      <vt:lpstr>Instructor &amp; Teaching Assistant.</vt:lpstr>
      <vt:lpstr>About me.</vt:lpstr>
      <vt:lpstr>About you, the students.</vt:lpstr>
      <vt:lpstr>Goal of CS 2160.</vt:lpstr>
      <vt:lpstr>Textbook.</vt:lpstr>
      <vt:lpstr>Prerequires and Why.</vt:lpstr>
      <vt:lpstr>Learning Objectives.</vt:lpstr>
      <vt:lpstr>Grading.</vt:lpstr>
      <vt:lpstr>Deliverables.</vt:lpstr>
      <vt:lpstr>Exam.</vt:lpstr>
      <vt:lpstr>Accommodations.</vt:lpstr>
      <vt:lpstr>PowerPoint Presentation</vt:lpstr>
      <vt:lpstr>(Recap) Quiz</vt:lpstr>
      <vt:lpstr>(Recap) Quiz Answers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Himon Thakur</dc:creator>
  <cp:revision>1</cp:revision>
  <dcterms:created xsi:type="dcterms:W3CDTF">2026-02-17T00:04:35Z</dcterms:created>
  <dcterms:modified xsi:type="dcterms:W3CDTF">2026-08-24T22:45:12Z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0x010100EEF7041B20C9D84A837902E535A9C631</vt:lpwstr>
  </property>
</Properties>
</file>